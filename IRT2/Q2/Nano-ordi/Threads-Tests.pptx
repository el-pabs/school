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4"/>
  </p:notesMasterIdLst>
  <p:handoutMasterIdLst>
    <p:handoutMasterId r:id="rId55"/>
  </p:handoutMasterIdLst>
  <p:sldIdLst>
    <p:sldId id="256" r:id="rId5"/>
    <p:sldId id="263" r:id="rId6"/>
    <p:sldId id="264" r:id="rId7"/>
    <p:sldId id="516" r:id="rId8"/>
    <p:sldId id="518" r:id="rId9"/>
    <p:sldId id="519" r:id="rId10"/>
    <p:sldId id="520" r:id="rId11"/>
    <p:sldId id="521" r:id="rId12"/>
    <p:sldId id="517" r:id="rId13"/>
    <p:sldId id="522" r:id="rId14"/>
    <p:sldId id="523" r:id="rId15"/>
    <p:sldId id="265" r:id="rId16"/>
    <p:sldId id="266" r:id="rId17"/>
    <p:sldId id="267" r:id="rId18"/>
    <p:sldId id="268" r:id="rId19"/>
    <p:sldId id="657" r:id="rId20"/>
    <p:sldId id="658" r:id="rId21"/>
    <p:sldId id="659" r:id="rId22"/>
    <p:sldId id="660" r:id="rId23"/>
    <p:sldId id="661" r:id="rId24"/>
    <p:sldId id="626" r:id="rId25"/>
    <p:sldId id="662" r:id="rId26"/>
    <p:sldId id="637" r:id="rId27"/>
    <p:sldId id="270" r:id="rId28"/>
    <p:sldId id="271" r:id="rId29"/>
    <p:sldId id="269" r:id="rId30"/>
    <p:sldId id="273" r:id="rId31"/>
    <p:sldId id="274" r:id="rId32"/>
    <p:sldId id="275" r:id="rId33"/>
    <p:sldId id="284" r:id="rId34"/>
    <p:sldId id="276" r:id="rId35"/>
    <p:sldId id="277" r:id="rId36"/>
    <p:sldId id="285" r:id="rId37"/>
    <p:sldId id="278" r:id="rId38"/>
    <p:sldId id="279" r:id="rId39"/>
    <p:sldId id="281" r:id="rId40"/>
    <p:sldId id="663" r:id="rId41"/>
    <p:sldId id="670" r:id="rId42"/>
    <p:sldId id="280" r:id="rId43"/>
    <p:sldId id="282" r:id="rId44"/>
    <p:sldId id="671" r:id="rId45"/>
    <p:sldId id="283" r:id="rId46"/>
    <p:sldId id="664" r:id="rId47"/>
    <p:sldId id="665" r:id="rId48"/>
    <p:sldId id="666" r:id="rId49"/>
    <p:sldId id="667" r:id="rId50"/>
    <p:sldId id="672" r:id="rId51"/>
    <p:sldId id="668" r:id="rId52"/>
    <p:sldId id="669" r:id="rId5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1317"/>
    <a:srgbClr val="2B2B2B"/>
    <a:srgbClr val="9E2E5A"/>
    <a:srgbClr val="D4641A"/>
    <a:srgbClr val="1573B6"/>
    <a:srgbClr val="243A90"/>
    <a:srgbClr val="5F5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46" autoAdjust="0"/>
    <p:restoredTop sz="94660"/>
  </p:normalViewPr>
  <p:slideViewPr>
    <p:cSldViewPr snapToGrid="0">
      <p:cViewPr varScale="1">
        <p:scale>
          <a:sx n="119" d="100"/>
          <a:sy n="119" d="100"/>
        </p:scale>
        <p:origin x="1074" y="108"/>
      </p:cViewPr>
      <p:guideLst/>
    </p:cSldViewPr>
  </p:slideViewPr>
  <p:notesTextViewPr>
    <p:cViewPr>
      <p:scale>
        <a:sx n="1" d="1"/>
        <a:sy n="1" d="1"/>
      </p:scale>
      <p:origin x="0" y="0"/>
    </p:cViewPr>
  </p:notesTextViewPr>
  <p:notesViewPr>
    <p:cSldViewPr snapToGrid="0">
      <p:cViewPr varScale="1">
        <p:scale>
          <a:sx n="69" d="100"/>
          <a:sy n="69" d="100"/>
        </p:scale>
        <p:origin x="241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8D3EB8-6AD6-4DF3-B16B-A9E0B517D683}" type="datetimeFigureOut">
              <a:rPr lang="fr-BE" smtClean="0"/>
              <a:t>28-03-25</a:t>
            </a:fld>
            <a:endParaRPr lang="fr-BE"/>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D2A0B0-4FDA-48D8-A9AB-C715A138D155}" type="slidenum">
              <a:rPr lang="fr-BE" smtClean="0"/>
              <a:t>‹#›</a:t>
            </a:fld>
            <a:endParaRPr lang="fr-BE"/>
          </a:p>
        </p:txBody>
      </p:sp>
    </p:spTree>
    <p:extLst>
      <p:ext uri="{BB962C8B-B14F-4D97-AF65-F5344CB8AC3E}">
        <p14:creationId xmlns:p14="http://schemas.microsoft.com/office/powerpoint/2010/main" val="23959778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702AF6-C27A-47C0-BCF6-EC35CFE95046}" type="datetimeFigureOut">
              <a:rPr lang="fr-BE" smtClean="0"/>
              <a:t>28-03-25</a:t>
            </a:fld>
            <a:endParaRPr lang="fr-BE"/>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2FF5F-0C64-4FEE-B2DF-F912BCEEA8E0}" type="slidenum">
              <a:rPr lang="fr-BE" smtClean="0"/>
              <a:t>‹#›</a:t>
            </a:fld>
            <a:endParaRPr lang="fr-BE"/>
          </a:p>
        </p:txBody>
      </p:sp>
    </p:spTree>
    <p:extLst>
      <p:ext uri="{BB962C8B-B14F-4D97-AF65-F5344CB8AC3E}">
        <p14:creationId xmlns:p14="http://schemas.microsoft.com/office/powerpoint/2010/main" val="2757689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a:t>On divise en deux catégories </a:t>
            </a:r>
          </a:p>
          <a:p>
            <a:r>
              <a:rPr lang="fr-BE"/>
              <a:t>L’objet A à un objet B (possède) </a:t>
            </a:r>
          </a:p>
          <a:p>
            <a:r>
              <a:rPr lang="fr-BE"/>
              <a:t>Ou l’objet est un objet B héritage </a:t>
            </a:r>
            <a:r>
              <a:rPr lang="fr-BE">
                <a:sym typeface="Wingdings" panose="05000000000000000000" pitchFamily="2" charset="2"/>
              </a:rPr>
              <a:t> plus tard </a:t>
            </a:r>
          </a:p>
          <a:p>
            <a:endParaRPr lang="fr-BE">
              <a:sym typeface="Wingdings" panose="05000000000000000000" pitchFamily="2" charset="2"/>
            </a:endParaRPr>
          </a:p>
          <a:p>
            <a:endParaRPr lang="fr-BE">
              <a:sym typeface="Wingdings" panose="05000000000000000000" pitchFamily="2" charset="2"/>
            </a:endParaRPr>
          </a:p>
          <a:p>
            <a:r>
              <a:rPr lang="fr-BE">
                <a:sym typeface="Wingdings" panose="05000000000000000000" pitchFamily="2" charset="2"/>
              </a:rPr>
              <a:t>Nos 3 cas définissent des relations +- fortes, </a:t>
            </a:r>
            <a:r>
              <a:rPr lang="fr-BE" err="1">
                <a:sym typeface="Wingdings" panose="05000000000000000000" pitchFamily="2" charset="2"/>
              </a:rPr>
              <a:t>voysons</a:t>
            </a:r>
            <a:r>
              <a:rPr lang="fr-BE">
                <a:sym typeface="Wingdings" panose="05000000000000000000" pitchFamily="2" charset="2"/>
              </a:rPr>
              <a:t> leurs sémantiques </a:t>
            </a:r>
          </a:p>
          <a:p>
            <a:endParaRPr lang="fr-BE">
              <a:sym typeface="Wingdings" panose="05000000000000000000" pitchFamily="2" charset="2"/>
            </a:endParaRPr>
          </a:p>
          <a:p>
            <a:endParaRPr lang="fr-BE">
              <a:sym typeface="Wingdings" panose="05000000000000000000" pitchFamily="2" charset="2"/>
            </a:endParaRPr>
          </a:p>
          <a:p>
            <a:endParaRPr lang="fr-BE"/>
          </a:p>
        </p:txBody>
      </p:sp>
      <p:sp>
        <p:nvSpPr>
          <p:cNvPr id="4" name="Espace réservé du numéro de diapositive 3"/>
          <p:cNvSpPr>
            <a:spLocks noGrp="1"/>
          </p:cNvSpPr>
          <p:nvPr>
            <p:ph type="sldNum" sz="quarter" idx="5"/>
          </p:nvPr>
        </p:nvSpPr>
        <p:spPr/>
        <p:txBody>
          <a:bodyPr/>
          <a:lstStyle/>
          <a:p>
            <a:fld id="{43F25FE0-E36D-4C61-B87F-2858DE1D2247}" type="slidenum">
              <a:rPr lang="fr-BE" smtClean="0"/>
              <a:t>4</a:t>
            </a:fld>
            <a:endParaRPr lang="fr-BE"/>
          </a:p>
        </p:txBody>
      </p:sp>
    </p:spTree>
    <p:extLst>
      <p:ext uri="{BB962C8B-B14F-4D97-AF65-F5344CB8AC3E}">
        <p14:creationId xmlns:p14="http://schemas.microsoft.com/office/powerpoint/2010/main" val="69149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a:t>Signifie une liaison quelconque entre deux objets </a:t>
            </a:r>
          </a:p>
          <a:p>
            <a:r>
              <a:rPr lang="fr-BE"/>
              <a:t>On exprime que A contient un attribut qui est une instance de B </a:t>
            </a:r>
          </a:p>
          <a:p>
            <a:r>
              <a:rPr lang="fr-BE"/>
              <a:t>On a donc dans le constructeur de A un </a:t>
            </a:r>
            <a:r>
              <a:rPr lang="fr-BE" err="1"/>
              <a:t>element</a:t>
            </a:r>
            <a:r>
              <a:rPr lang="fr-BE"/>
              <a:t> B </a:t>
            </a:r>
          </a:p>
          <a:p>
            <a:endParaRPr lang="fr-BE"/>
          </a:p>
          <a:p>
            <a:r>
              <a:rPr lang="fr-BE"/>
              <a:t>La </a:t>
            </a:r>
            <a:r>
              <a:rPr lang="fr-BE" err="1"/>
              <a:t>fleche</a:t>
            </a:r>
            <a:r>
              <a:rPr lang="fr-BE"/>
              <a:t> vient de la classe contenant vers celle ayant la </a:t>
            </a:r>
            <a:r>
              <a:rPr lang="fr-BE" err="1"/>
              <a:t>ref</a:t>
            </a:r>
            <a:r>
              <a:rPr lang="fr-BE"/>
              <a:t> </a:t>
            </a:r>
          </a:p>
          <a:p>
            <a:endParaRPr lang="fr-BE"/>
          </a:p>
          <a:p>
            <a:endParaRPr lang="fr-BE"/>
          </a:p>
          <a:p>
            <a:r>
              <a:rPr lang="fr-BE"/>
              <a:t>Si l’association est symétrique pas de </a:t>
            </a:r>
            <a:r>
              <a:rPr lang="fr-BE" err="1"/>
              <a:t>fleche</a:t>
            </a:r>
            <a:r>
              <a:rPr lang="fr-BE"/>
              <a:t>  </a:t>
            </a:r>
            <a:r>
              <a:rPr lang="fr-BE">
                <a:sym typeface="Wingdings" panose="05000000000000000000" pitchFamily="2" charset="2"/>
              </a:rPr>
              <a:t> d’ailleurs elle est annexe, si on est mets pas c’est juste que le sens de la relation n’a pas d’importance dans le code. On ajoute la </a:t>
            </a:r>
            <a:r>
              <a:rPr lang="fr-BE" err="1">
                <a:sym typeface="Wingdings" panose="05000000000000000000" pitchFamily="2" charset="2"/>
              </a:rPr>
              <a:t>fleche</a:t>
            </a:r>
            <a:r>
              <a:rPr lang="fr-BE">
                <a:sym typeface="Wingdings" panose="05000000000000000000" pitchFamily="2" charset="2"/>
              </a:rPr>
              <a:t> pour spécifier l’asymétrie </a:t>
            </a:r>
          </a:p>
          <a:p>
            <a:endParaRPr lang="fr-BE">
              <a:sym typeface="Wingdings" panose="05000000000000000000" pitchFamily="2" charset="2"/>
            </a:endParaRPr>
          </a:p>
          <a:p>
            <a:endParaRPr lang="fr-BE"/>
          </a:p>
          <a:p>
            <a:endParaRPr lang="fr-BE"/>
          </a:p>
        </p:txBody>
      </p:sp>
      <p:sp>
        <p:nvSpPr>
          <p:cNvPr id="4" name="Espace réservé du numéro de diapositive 3"/>
          <p:cNvSpPr>
            <a:spLocks noGrp="1"/>
          </p:cNvSpPr>
          <p:nvPr>
            <p:ph type="sldNum" sz="quarter" idx="5"/>
          </p:nvPr>
        </p:nvSpPr>
        <p:spPr/>
        <p:txBody>
          <a:bodyPr/>
          <a:lstStyle/>
          <a:p>
            <a:fld id="{43F25FE0-E36D-4C61-B87F-2858DE1D2247}" type="slidenum">
              <a:rPr lang="fr-BE" smtClean="0"/>
              <a:t>5</a:t>
            </a:fld>
            <a:endParaRPr lang="fr-BE"/>
          </a:p>
        </p:txBody>
      </p:sp>
    </p:spTree>
    <p:extLst>
      <p:ext uri="{BB962C8B-B14F-4D97-AF65-F5344CB8AC3E}">
        <p14:creationId xmlns:p14="http://schemas.microsoft.com/office/powerpoint/2010/main" val="1938776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a:t>On a ici un </a:t>
            </a:r>
            <a:r>
              <a:rPr lang="fr-BE" err="1"/>
              <a:t>professor</a:t>
            </a:r>
            <a:r>
              <a:rPr lang="fr-BE"/>
              <a:t> qui dépend d’une université </a:t>
            </a:r>
          </a:p>
          <a:p>
            <a:r>
              <a:rPr lang="fr-BE"/>
              <a:t>On a donc notre université qui a un attribut </a:t>
            </a:r>
            <a:r>
              <a:rPr lang="fr-BE" err="1"/>
              <a:t>professor</a:t>
            </a:r>
            <a:endParaRPr lang="fr-BE"/>
          </a:p>
          <a:p>
            <a:r>
              <a:rPr lang="fr-BE"/>
              <a:t>L’inverse pas mais il est bien de savoir dans quel </a:t>
            </a:r>
            <a:r>
              <a:rPr lang="fr-BE" err="1"/>
              <a:t>unif</a:t>
            </a:r>
            <a:r>
              <a:rPr lang="fr-BE"/>
              <a:t> un prof donne ses cours, donc on lui attribue l’attribut et on retire la </a:t>
            </a:r>
            <a:r>
              <a:rPr lang="fr-BE" err="1"/>
              <a:t>fleche</a:t>
            </a:r>
            <a:r>
              <a:rPr lang="fr-BE"/>
              <a:t> </a:t>
            </a:r>
          </a:p>
          <a:p>
            <a:endParaRPr lang="fr-BE"/>
          </a:p>
          <a:p>
            <a:r>
              <a:rPr lang="fr-BE"/>
              <a:t>On peut aussi dire qu’une </a:t>
            </a:r>
            <a:r>
              <a:rPr lang="fr-BE" err="1"/>
              <a:t>unif</a:t>
            </a:r>
            <a:r>
              <a:rPr lang="fr-BE"/>
              <a:t> possède plusieurs profs </a:t>
            </a:r>
            <a:br>
              <a:rPr lang="fr-BE"/>
            </a:br>
            <a:br>
              <a:rPr lang="fr-BE"/>
            </a:br>
            <a:r>
              <a:rPr lang="fr-BE"/>
              <a:t>on aura donc une collection d’objet dans l’attribut de l’</a:t>
            </a:r>
            <a:r>
              <a:rPr lang="fr-BE" err="1"/>
              <a:t>unif</a:t>
            </a:r>
            <a:r>
              <a:rPr lang="fr-BE"/>
              <a:t> </a:t>
            </a:r>
            <a:br>
              <a:rPr lang="fr-BE"/>
            </a:br>
            <a:br>
              <a:rPr lang="fr-BE"/>
            </a:br>
            <a:r>
              <a:rPr lang="fr-BE"/>
              <a:t>Et si un prof donne diff </a:t>
            </a:r>
            <a:r>
              <a:rPr lang="fr-BE" err="1"/>
              <a:t>unif</a:t>
            </a:r>
            <a:r>
              <a:rPr lang="fr-BE"/>
              <a:t> </a:t>
            </a:r>
          </a:p>
          <a:p>
            <a:endParaRPr lang="fr-BE"/>
          </a:p>
          <a:p>
            <a:endParaRPr lang="fr-BE"/>
          </a:p>
          <a:p>
            <a:endParaRPr lang="fr-BE"/>
          </a:p>
          <a:p>
            <a:endParaRPr lang="fr-BE"/>
          </a:p>
        </p:txBody>
      </p:sp>
      <p:sp>
        <p:nvSpPr>
          <p:cNvPr id="4" name="Espace réservé du numéro de diapositive 3"/>
          <p:cNvSpPr>
            <a:spLocks noGrp="1"/>
          </p:cNvSpPr>
          <p:nvPr>
            <p:ph type="sldNum" sz="quarter" idx="5"/>
          </p:nvPr>
        </p:nvSpPr>
        <p:spPr/>
        <p:txBody>
          <a:bodyPr/>
          <a:lstStyle/>
          <a:p>
            <a:fld id="{43F25FE0-E36D-4C61-B87F-2858DE1D2247}" type="slidenum">
              <a:rPr lang="fr-BE" smtClean="0"/>
              <a:t>6</a:t>
            </a:fld>
            <a:endParaRPr lang="fr-BE"/>
          </a:p>
        </p:txBody>
      </p:sp>
    </p:spTree>
    <p:extLst>
      <p:ext uri="{BB962C8B-B14F-4D97-AF65-F5344CB8AC3E}">
        <p14:creationId xmlns:p14="http://schemas.microsoft.com/office/powerpoint/2010/main" val="1781236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a:t>Relation un peu </a:t>
            </a:r>
            <a:r>
              <a:rPr lang="fr-BE" err="1"/>
              <a:t>particul!res</a:t>
            </a:r>
            <a:r>
              <a:rPr lang="fr-BE"/>
              <a:t> ou l’un est composé de l’autre mais avec des cycles indépendant donc si on détruit un objet l’autre continue de vivre </a:t>
            </a:r>
          </a:p>
          <a:p>
            <a:r>
              <a:rPr lang="fr-BE"/>
              <a:t>Structure composé qui peut être dissocié , recombiné, mixé à d’autres, … </a:t>
            </a:r>
            <a:endParaRPr lang="fr-BE">
              <a:cs typeface="Calibri"/>
            </a:endParaRPr>
          </a:p>
          <a:p>
            <a:endParaRPr lang="fr-BE"/>
          </a:p>
          <a:p>
            <a:br>
              <a:rPr lang="fr-BE">
                <a:cs typeface="+mn-lt"/>
              </a:rPr>
            </a:br>
            <a:r>
              <a:rPr lang="fr-BE"/>
              <a:t>Au niveau code un peu semblable. On va implémenter B dans le constructeur de A par exemple. </a:t>
            </a:r>
            <a:br>
              <a:rPr lang="fr-BE">
                <a:cs typeface="+mn-lt"/>
              </a:rPr>
            </a:br>
            <a:r>
              <a:rPr lang="fr-BE"/>
              <a:t>La différence est conceptuel. </a:t>
            </a:r>
            <a:endParaRPr lang="fr-BE">
              <a:cs typeface="Calibri"/>
            </a:endParaRPr>
          </a:p>
          <a:p>
            <a:r>
              <a:rPr lang="fr-BE"/>
              <a:t>En + de faire une liaison, on doit regarder que les cycles sont indépendants. On ne peut </a:t>
            </a:r>
            <a:r>
              <a:rPr lang="fr-BE" err="1"/>
              <a:t>aps</a:t>
            </a:r>
            <a:r>
              <a:rPr lang="fr-BE"/>
              <a:t> </a:t>
            </a:r>
            <a:r>
              <a:rPr lang="fr-BE" err="1"/>
              <a:t>détruitre</a:t>
            </a:r>
            <a:r>
              <a:rPr lang="fr-BE"/>
              <a:t> l’un par l’autre. </a:t>
            </a:r>
            <a:endParaRPr lang="fr-BE">
              <a:cs typeface="Calibri"/>
            </a:endParaRPr>
          </a:p>
          <a:p>
            <a:endParaRPr lang="fr-BE"/>
          </a:p>
          <a:p>
            <a:endParaRPr lang="fr-BE">
              <a:cs typeface="Calibri"/>
            </a:endParaRPr>
          </a:p>
        </p:txBody>
      </p:sp>
      <p:sp>
        <p:nvSpPr>
          <p:cNvPr id="4" name="Espace réservé du numéro de diapositive 3"/>
          <p:cNvSpPr>
            <a:spLocks noGrp="1"/>
          </p:cNvSpPr>
          <p:nvPr>
            <p:ph type="sldNum" sz="quarter" idx="5"/>
          </p:nvPr>
        </p:nvSpPr>
        <p:spPr/>
        <p:txBody>
          <a:bodyPr/>
          <a:lstStyle/>
          <a:p>
            <a:fld id="{43F25FE0-E36D-4C61-B87F-2858DE1D2247}" type="slidenum">
              <a:rPr lang="fr-BE" smtClean="0"/>
              <a:t>7</a:t>
            </a:fld>
            <a:endParaRPr lang="fr-BE"/>
          </a:p>
        </p:txBody>
      </p:sp>
    </p:spTree>
    <p:extLst>
      <p:ext uri="{BB962C8B-B14F-4D97-AF65-F5344CB8AC3E}">
        <p14:creationId xmlns:p14="http://schemas.microsoft.com/office/powerpoint/2010/main" val="299985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a:t>On peut retirer le DD sans détruire le pc, et </a:t>
            </a:r>
            <a:r>
              <a:rPr lang="fr-BE" err="1"/>
              <a:t>inversément</a:t>
            </a:r>
            <a:r>
              <a:rPr lang="fr-BE"/>
              <a:t>, on peut avoir le DD si le pc plante. </a:t>
            </a:r>
          </a:p>
          <a:p>
            <a:r>
              <a:rPr lang="fr-BE"/>
              <a:t>Ils existe même l’un sans l’autre. </a:t>
            </a:r>
            <a:endParaRPr lang="fr-BE">
              <a:cs typeface="Calibri"/>
            </a:endParaRPr>
          </a:p>
          <a:p>
            <a:endParaRPr lang="fr-BE"/>
          </a:p>
          <a:p>
            <a:r>
              <a:rPr lang="fr-BE"/>
              <a:t>On peut aussi avoir des types d’association multiple * *</a:t>
            </a:r>
            <a:br>
              <a:rPr lang="fr-BE">
                <a:cs typeface="+mn-lt"/>
              </a:rPr>
            </a:br>
            <a:br>
              <a:rPr lang="fr-BE">
                <a:cs typeface="+mn-lt"/>
              </a:rPr>
            </a:br>
            <a:endParaRPr lang="fr-BE">
              <a:cs typeface="Calibri"/>
            </a:endParaRPr>
          </a:p>
        </p:txBody>
      </p:sp>
      <p:sp>
        <p:nvSpPr>
          <p:cNvPr id="4" name="Espace réservé du numéro de diapositive 3"/>
          <p:cNvSpPr>
            <a:spLocks noGrp="1"/>
          </p:cNvSpPr>
          <p:nvPr>
            <p:ph type="sldNum" sz="quarter" idx="5"/>
          </p:nvPr>
        </p:nvSpPr>
        <p:spPr/>
        <p:txBody>
          <a:bodyPr/>
          <a:lstStyle/>
          <a:p>
            <a:fld id="{43F25FE0-E36D-4C61-B87F-2858DE1D2247}" type="slidenum">
              <a:rPr lang="fr-BE" smtClean="0"/>
              <a:t>8</a:t>
            </a:fld>
            <a:endParaRPr lang="fr-BE"/>
          </a:p>
        </p:txBody>
      </p:sp>
    </p:spTree>
    <p:extLst>
      <p:ext uri="{BB962C8B-B14F-4D97-AF65-F5344CB8AC3E}">
        <p14:creationId xmlns:p14="http://schemas.microsoft.com/office/powerpoint/2010/main" val="20918982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a:t>Cela ressemble à une </a:t>
            </a:r>
            <a:r>
              <a:rPr lang="fr-BE" err="1"/>
              <a:t>aggré</a:t>
            </a:r>
            <a:r>
              <a:rPr lang="fr-BE"/>
              <a:t> mais plus fort car le composant  est détruit avec le composé</a:t>
            </a:r>
          </a:p>
          <a:p>
            <a:r>
              <a:rPr lang="fr-BE"/>
              <a:t>On va coder presque pareil mais on va </a:t>
            </a:r>
            <a:r>
              <a:rPr lang="fr-BE" err="1"/>
              <a:t>devori</a:t>
            </a:r>
            <a:r>
              <a:rPr lang="fr-BE"/>
              <a:t> s’assurer que le cycle est dépendant </a:t>
            </a:r>
          </a:p>
          <a:p>
            <a:r>
              <a:rPr lang="fr-BE"/>
              <a:t> </a:t>
            </a:r>
          </a:p>
        </p:txBody>
      </p:sp>
      <p:sp>
        <p:nvSpPr>
          <p:cNvPr id="4" name="Espace réservé du numéro de diapositive 3"/>
          <p:cNvSpPr>
            <a:spLocks noGrp="1"/>
          </p:cNvSpPr>
          <p:nvPr>
            <p:ph type="sldNum" sz="quarter" idx="5"/>
          </p:nvPr>
        </p:nvSpPr>
        <p:spPr/>
        <p:txBody>
          <a:bodyPr/>
          <a:lstStyle/>
          <a:p>
            <a:fld id="{43F25FE0-E36D-4C61-B87F-2858DE1D2247}" type="slidenum">
              <a:rPr lang="fr-BE" smtClean="0"/>
              <a:t>9</a:t>
            </a:fld>
            <a:endParaRPr lang="fr-BE"/>
          </a:p>
        </p:txBody>
      </p:sp>
    </p:spTree>
    <p:extLst>
      <p:ext uri="{BB962C8B-B14F-4D97-AF65-F5344CB8AC3E}">
        <p14:creationId xmlns:p14="http://schemas.microsoft.com/office/powerpoint/2010/main" val="1581202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a:t>Une page appartient aux livre</a:t>
            </a:r>
          </a:p>
          <a:p>
            <a:r>
              <a:rPr lang="fr-BE"/>
              <a:t>Une page n’est pas interchangeable avec une autre</a:t>
            </a:r>
          </a:p>
          <a:p>
            <a:r>
              <a:rPr lang="fr-BE"/>
              <a:t>On ne sait pas la retirer et la remettre</a:t>
            </a:r>
          </a:p>
          <a:p>
            <a:r>
              <a:rPr lang="fr-BE"/>
              <a:t>On ne sait pas la mettre dans un autre livre</a:t>
            </a:r>
          </a:p>
          <a:p>
            <a:r>
              <a:rPr lang="fr-BE"/>
              <a:t>La destruction du livre implique la destruction des pages </a:t>
            </a:r>
          </a:p>
          <a:p>
            <a:r>
              <a:rPr lang="fr-BE"/>
              <a:t>On voit donc que les cycles sont liés</a:t>
            </a:r>
          </a:p>
          <a:p>
            <a:br>
              <a:rPr lang="fr-BE"/>
            </a:br>
            <a:r>
              <a:rPr lang="fr-BE"/>
              <a:t>Relation * * est impossible </a:t>
            </a:r>
            <a:r>
              <a:rPr lang="fr-BE">
                <a:sym typeface="Wingdings" panose="05000000000000000000" pitchFamily="2" charset="2"/>
              </a:rPr>
              <a:t> composant vers composé tjrs </a:t>
            </a:r>
          </a:p>
          <a:p>
            <a:endParaRPr lang="fr-BE">
              <a:sym typeface="Wingdings" panose="05000000000000000000" pitchFamily="2" charset="2"/>
            </a:endParaRPr>
          </a:p>
          <a:p>
            <a:endParaRPr lang="fr-BE"/>
          </a:p>
          <a:p>
            <a:endParaRPr lang="fr-BE"/>
          </a:p>
        </p:txBody>
      </p:sp>
      <p:sp>
        <p:nvSpPr>
          <p:cNvPr id="4" name="Espace réservé du numéro de diapositive 3"/>
          <p:cNvSpPr>
            <a:spLocks noGrp="1"/>
          </p:cNvSpPr>
          <p:nvPr>
            <p:ph type="sldNum" sz="quarter" idx="5"/>
          </p:nvPr>
        </p:nvSpPr>
        <p:spPr/>
        <p:txBody>
          <a:bodyPr/>
          <a:lstStyle/>
          <a:p>
            <a:fld id="{43F25FE0-E36D-4C61-B87F-2858DE1D2247}" type="slidenum">
              <a:rPr lang="fr-BE" smtClean="0"/>
              <a:t>10</a:t>
            </a:fld>
            <a:endParaRPr lang="fr-BE"/>
          </a:p>
        </p:txBody>
      </p:sp>
    </p:spTree>
    <p:extLst>
      <p:ext uri="{BB962C8B-B14F-4D97-AF65-F5344CB8AC3E}">
        <p14:creationId xmlns:p14="http://schemas.microsoft.com/office/powerpoint/2010/main" val="1840533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Comme nous l’avons vu précédemment , l’héritage ne permet pas de réutiliser des objets existants. Il a en fait été conçu pour accompagner le polymorphisme dans le but de permettre la réutilisation d’un autre type de code : le code d’application, c’est à dire le code qui utilise nos objets. </a:t>
            </a:r>
            <a:br>
              <a:rPr lang="fr-FR">
                <a:cs typeface="+mn-lt"/>
              </a:rPr>
            </a:br>
            <a:br>
              <a:rPr lang="fr-FR">
                <a:cs typeface="+mn-lt"/>
              </a:rPr>
            </a:br>
            <a:br>
              <a:rPr lang="fr-FR">
                <a:cs typeface="+mn-lt"/>
              </a:rPr>
            </a:br>
            <a:r>
              <a:rPr lang="fr-FR"/>
              <a:t>Le polymorphisme permet de manipuler deux objets qui se comportent de la même façon sans avoir à les distinguer. Par exemple, nous aimerions pouvoir écrire une application capable de crypter tout type de fichier, en faisant abstraction des détails nécessaires à leur manipulation. Or, afin d’être en mesure de manipuler deux objets différents de la même façon, il est nécessaire que ces deux objets comprennent, et soit capables d’exécuter, les mêmes instructions. Cela veut dire que ces objets doivent mettre à disposition les mêmes méthodes dans leurs interfaces respectives.</a:t>
            </a:r>
            <a:endParaRPr lang="fr-BE">
              <a:cs typeface="Calibri" panose="020F0502020204030204"/>
            </a:endParaRPr>
          </a:p>
        </p:txBody>
      </p:sp>
      <p:sp>
        <p:nvSpPr>
          <p:cNvPr id="4" name="Espace réservé du numéro de diapositive 3"/>
          <p:cNvSpPr>
            <a:spLocks noGrp="1"/>
          </p:cNvSpPr>
          <p:nvPr>
            <p:ph type="sldNum" sz="quarter" idx="5"/>
          </p:nvPr>
        </p:nvSpPr>
        <p:spPr/>
        <p:txBody>
          <a:bodyPr/>
          <a:lstStyle/>
          <a:p>
            <a:fld id="{43F25FE0-E36D-4C61-B87F-2858DE1D2247}" type="slidenum">
              <a:rPr lang="fr-BE" smtClean="0"/>
              <a:t>16</a:t>
            </a:fld>
            <a:endParaRPr lang="fr-BE"/>
          </a:p>
        </p:txBody>
      </p:sp>
    </p:spTree>
    <p:extLst>
      <p:ext uri="{BB962C8B-B14F-4D97-AF65-F5344CB8AC3E}">
        <p14:creationId xmlns:p14="http://schemas.microsoft.com/office/powerpoint/2010/main" val="1079670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Remarquons que l’inversion de dépendance n’a pas pour seul avantage de permettre l’extension du code existant. Cette dernière permet aussi de modifier l’implémentation des objets existants sans que cela n’impose une </a:t>
            </a:r>
            <a:r>
              <a:rPr lang="fr-FR" err="1"/>
              <a:t>re-compilation</a:t>
            </a:r>
            <a:r>
              <a:rPr lang="fr-FR"/>
              <a:t> du code qui les utilise. </a:t>
            </a:r>
            <a:br>
              <a:rPr lang="fr-FR"/>
            </a:br>
            <a:br>
              <a:rPr lang="fr-FR"/>
            </a:br>
            <a:r>
              <a:rPr lang="fr-FR"/>
              <a:t>En clair, la POO repose sur les trois notions fondamentales suivantes : • l’héritage d’interface, • le polymorphisme, • et l’encapsulation, qui, lorsqu’elles sont utilisées conjointement, rendent possible l’écriture de code : • facilement réutilisable, • ouvert à l’extension, mais fermé à la modification.</a:t>
            </a:r>
            <a:endParaRPr lang="fr-BE"/>
          </a:p>
        </p:txBody>
      </p:sp>
      <p:sp>
        <p:nvSpPr>
          <p:cNvPr id="4" name="Espace réservé du numéro de diapositive 3"/>
          <p:cNvSpPr>
            <a:spLocks noGrp="1"/>
          </p:cNvSpPr>
          <p:nvPr>
            <p:ph type="sldNum" sz="quarter" idx="5"/>
          </p:nvPr>
        </p:nvSpPr>
        <p:spPr/>
        <p:txBody>
          <a:bodyPr/>
          <a:lstStyle/>
          <a:p>
            <a:fld id="{43F25FE0-E36D-4C61-B87F-2858DE1D2247}" type="slidenum">
              <a:rPr lang="fr-BE" smtClean="0"/>
              <a:t>18</a:t>
            </a:fld>
            <a:endParaRPr lang="fr-BE"/>
          </a:p>
        </p:txBody>
      </p:sp>
    </p:spTree>
    <p:extLst>
      <p:ext uri="{BB962C8B-B14F-4D97-AF65-F5344CB8AC3E}">
        <p14:creationId xmlns:p14="http://schemas.microsoft.com/office/powerpoint/2010/main" val="2366348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Nous avons déjà vu que l’héritage était souvent utilisé à tort pour factoriser du code commun à plusieurs objets, ou pour réutiliser le code d’objets existants. L’utilisation de l’héritage d’implémentation provoque la mise en place de hiérarchies complexes. Elle induit en outre un couplage fort entre la classe-mère et la classe-fille, alors que ce couplage pourrait être évité. En résulte un code difficile à changer et des </a:t>
            </a:r>
            <a:r>
              <a:rPr lang="fr-FR" err="1"/>
              <a:t>re-compilations</a:t>
            </a:r>
            <a:r>
              <a:rPr lang="fr-FR"/>
              <a:t> superflues. Le couplage fort qui est induit par l’héritage s’explique par le fait que lorsqu’une classe-fille hérite d’une classe-mère, elle est dotée de tout le code de la classe mère. Par conséquent, tout changement apporté au code de la classe-mère entraine un changement implicite du code de la classe-fille. C’est à dire que lorsque la classe-mère change, il faut </a:t>
            </a:r>
            <a:r>
              <a:rPr lang="fr-FR" err="1"/>
              <a:t>re-compiler</a:t>
            </a:r>
            <a:r>
              <a:rPr lang="fr-FR"/>
              <a:t> la classe-fille pour prendre en compte ces changements. Ce couplage fort est à contre-sens des objectifs de la POO, qui a pour but de favoriser la réutilisation de code et de limiter la propagation des changements. C’est pourquoi l’héritage d’implémentation ne peut pas être considéré comme une pratique orientée-objet. La réutilisation d’objets existants reste cependant possible en POO grâce à la composition, qui exprime au mieux cette intention. En effet, qu’est-ce que la composition, sinon le fait de fournir un objet M à un objet F dans le but d’en permettre la (ré-)utilisation ? </a:t>
            </a:r>
            <a:endParaRPr lang="fr-BE"/>
          </a:p>
        </p:txBody>
      </p:sp>
      <p:sp>
        <p:nvSpPr>
          <p:cNvPr id="4" name="Espace réservé du numéro de diapositive 3"/>
          <p:cNvSpPr>
            <a:spLocks noGrp="1"/>
          </p:cNvSpPr>
          <p:nvPr>
            <p:ph type="sldNum" sz="quarter" idx="5"/>
          </p:nvPr>
        </p:nvSpPr>
        <p:spPr/>
        <p:txBody>
          <a:bodyPr/>
          <a:lstStyle/>
          <a:p>
            <a:fld id="{43F25FE0-E36D-4C61-B87F-2858DE1D2247}" type="slidenum">
              <a:rPr lang="fr-BE" smtClean="0"/>
              <a:t>19</a:t>
            </a:fld>
            <a:endParaRPr lang="fr-BE"/>
          </a:p>
        </p:txBody>
      </p:sp>
    </p:spTree>
    <p:extLst>
      <p:ext uri="{BB962C8B-B14F-4D97-AF65-F5344CB8AC3E}">
        <p14:creationId xmlns:p14="http://schemas.microsoft.com/office/powerpoint/2010/main" val="1448740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a:t>On pourrait faire pareil avec véhicule </a:t>
            </a:r>
            <a:r>
              <a:rPr lang="fr-BE">
                <a:sym typeface="Wingdings" panose="05000000000000000000" pitchFamily="2" charset="2"/>
              </a:rPr>
              <a:t> moto et vélo existent mais pas véhicule </a:t>
            </a:r>
          </a:p>
          <a:p>
            <a:endParaRPr lang="fr-BE">
              <a:sym typeface="Wingdings" panose="05000000000000000000" pitchFamily="2" charset="2"/>
            </a:endParaRPr>
          </a:p>
          <a:p>
            <a:endParaRPr lang="fr-BE">
              <a:sym typeface="Wingdings" panose="05000000000000000000" pitchFamily="2" charset="2"/>
            </a:endParaRPr>
          </a:p>
          <a:p>
            <a:endParaRPr lang="fr-BE"/>
          </a:p>
        </p:txBody>
      </p:sp>
      <p:sp>
        <p:nvSpPr>
          <p:cNvPr id="4" name="Espace réservé du numéro de diapositive 3"/>
          <p:cNvSpPr>
            <a:spLocks noGrp="1"/>
          </p:cNvSpPr>
          <p:nvPr>
            <p:ph type="sldNum" sz="quarter" idx="5"/>
          </p:nvPr>
        </p:nvSpPr>
        <p:spPr/>
        <p:txBody>
          <a:bodyPr/>
          <a:lstStyle/>
          <a:p>
            <a:fld id="{43F25FE0-E36D-4C61-B87F-2858DE1D2247}" type="slidenum">
              <a:rPr lang="fr-BE" smtClean="0"/>
              <a:t>21</a:t>
            </a:fld>
            <a:endParaRPr lang="fr-BE"/>
          </a:p>
        </p:txBody>
      </p:sp>
    </p:spTree>
    <p:extLst>
      <p:ext uri="{BB962C8B-B14F-4D97-AF65-F5344CB8AC3E}">
        <p14:creationId xmlns:p14="http://schemas.microsoft.com/office/powerpoint/2010/main" val="2583260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a:solidFill>
                  <a:schemeClr val="tx1"/>
                </a:solidFill>
                <a:effectLst/>
                <a:latin typeface="+mn-lt"/>
                <a:ea typeface="+mn-ea"/>
                <a:cs typeface="+mn-cs"/>
              </a:rPr>
              <a:t>Si l’on souhaite caractériser la fonctionnalité de comparaison qui est commune à tous les objets qui ont une relation d’ordre ( &lt; , = , &gt;), on peut définir </a:t>
            </a:r>
            <a:r>
              <a:rPr lang="fr-FR" sz="1200" b="1" i="0" kern="1200">
                <a:solidFill>
                  <a:schemeClr val="tx1"/>
                </a:solidFill>
                <a:effectLst/>
                <a:latin typeface="+mn-lt"/>
                <a:ea typeface="+mn-ea"/>
                <a:cs typeface="+mn-cs"/>
              </a:rPr>
              <a:t>l’interface Comparable</a:t>
            </a:r>
            <a:r>
              <a:rPr lang="fr-FR" sz="1200" b="0" i="0" kern="1200">
                <a:solidFill>
                  <a:schemeClr val="tx1"/>
                </a:solidFill>
                <a:effectLst/>
                <a:latin typeface="+mn-lt"/>
                <a:ea typeface="+mn-ea"/>
                <a:cs typeface="+mn-cs"/>
              </a:rPr>
              <a:t>.</a:t>
            </a:r>
          </a:p>
          <a:p>
            <a:r>
              <a:rPr lang="fr-FR" sz="1200" b="0" i="0" kern="1200">
                <a:solidFill>
                  <a:schemeClr val="tx1"/>
                </a:solidFill>
                <a:effectLst/>
                <a:latin typeface="+mn-lt"/>
                <a:ea typeface="+mn-ea"/>
                <a:cs typeface="+mn-cs"/>
              </a:rPr>
              <a:t>Les classe Personne et Outils qui </a:t>
            </a:r>
            <a:r>
              <a:rPr lang="fr-FR" sz="1200" b="1" i="0" kern="1200">
                <a:solidFill>
                  <a:schemeClr val="tx1"/>
                </a:solidFill>
                <a:effectLst/>
                <a:latin typeface="+mn-lt"/>
                <a:ea typeface="+mn-ea"/>
                <a:cs typeface="+mn-cs"/>
              </a:rPr>
              <a:t>implémentent</a:t>
            </a:r>
            <a:r>
              <a:rPr lang="fr-FR" sz="1200" b="0" i="0" kern="1200">
                <a:solidFill>
                  <a:schemeClr val="tx1"/>
                </a:solidFill>
                <a:effectLst/>
                <a:latin typeface="+mn-lt"/>
                <a:ea typeface="+mn-ea"/>
                <a:cs typeface="+mn-cs"/>
              </a:rPr>
              <a:t> l’interface Comparable doivent présenter une implémentation de la méthode </a:t>
            </a:r>
            <a:r>
              <a:rPr lang="fr-FR" sz="1200" b="0" i="0" kern="1200" err="1">
                <a:solidFill>
                  <a:schemeClr val="tx1"/>
                </a:solidFill>
                <a:effectLst/>
                <a:latin typeface="+mn-lt"/>
                <a:ea typeface="+mn-ea"/>
                <a:cs typeface="+mn-cs"/>
              </a:rPr>
              <a:t>CompareTo</a:t>
            </a:r>
            <a:r>
              <a:rPr lang="fr-FR" sz="1200" b="0" i="0" kern="1200">
                <a:solidFill>
                  <a:schemeClr val="tx1"/>
                </a:solidFill>
                <a:effectLst/>
                <a:latin typeface="+mn-lt"/>
                <a:ea typeface="+mn-ea"/>
                <a:cs typeface="+mn-cs"/>
              </a:rPr>
              <a:t>() sinon elles seront abstraites.</a:t>
            </a:r>
          </a:p>
          <a:p>
            <a:endParaRPr lang="fr-BE"/>
          </a:p>
        </p:txBody>
      </p:sp>
      <p:sp>
        <p:nvSpPr>
          <p:cNvPr id="4" name="Espace réservé du numéro de diapositive 3"/>
          <p:cNvSpPr>
            <a:spLocks noGrp="1"/>
          </p:cNvSpPr>
          <p:nvPr>
            <p:ph type="sldNum" sz="quarter" idx="5"/>
          </p:nvPr>
        </p:nvSpPr>
        <p:spPr/>
        <p:txBody>
          <a:bodyPr/>
          <a:lstStyle/>
          <a:p>
            <a:fld id="{43F25FE0-E36D-4C61-B87F-2858DE1D2247}" type="slidenum">
              <a:rPr lang="fr-BE" smtClean="0"/>
              <a:t>23</a:t>
            </a:fld>
            <a:endParaRPr lang="fr-BE"/>
          </a:p>
        </p:txBody>
      </p:sp>
    </p:spTree>
    <p:extLst>
      <p:ext uri="{BB962C8B-B14F-4D97-AF65-F5344CB8AC3E}">
        <p14:creationId xmlns:p14="http://schemas.microsoft.com/office/powerpoint/2010/main" val="205927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A2E52712-542C-4861-8486-8C858B7AC28B}"/>
              </a:ext>
            </a:extLst>
          </p:cNvPr>
          <p:cNvSpPr>
            <a:spLocks noGrp="1"/>
          </p:cNvSpPr>
          <p:nvPr>
            <p:ph type="title"/>
          </p:nvPr>
        </p:nvSpPr>
        <p:spPr>
          <a:xfrm>
            <a:off x="1087581" y="2248912"/>
            <a:ext cx="7886700" cy="1169698"/>
          </a:xfrm>
          <a:prstGeom prst="rect">
            <a:avLst/>
          </a:prstGeom>
        </p:spPr>
        <p:txBody>
          <a:bodyPr/>
          <a:lstStyle>
            <a:lvl1pPr>
              <a:defRPr>
                <a:latin typeface="Arial" panose="020B0604020202020204" pitchFamily="34" charset="0"/>
              </a:defRPr>
            </a:lvl1pPr>
          </a:lstStyle>
          <a:p>
            <a:pPr algn="l"/>
            <a:r>
              <a:rPr lang="fr-FR" sz="4000" b="1">
                <a:solidFill>
                  <a:srgbClr val="2B2B2B"/>
                </a:solidFill>
                <a:latin typeface="Roboto" panose="02000000000000000000" pitchFamily="2" charset="0"/>
              </a:rPr>
              <a:t>Modifiez le style du titre</a:t>
            </a:r>
            <a:endParaRPr lang="fr-BE" sz="4000" b="1" dirty="0">
              <a:solidFill>
                <a:srgbClr val="2B2B2B"/>
              </a:solidFill>
              <a:latin typeface="Roboto" panose="02000000000000000000" pitchFamily="2" charset="0"/>
              <a:ea typeface="Roboto" panose="02000000000000000000" pitchFamily="2" charset="0"/>
            </a:endParaRPr>
          </a:p>
        </p:txBody>
      </p:sp>
      <p:sp>
        <p:nvSpPr>
          <p:cNvPr id="7" name="Ellipse 6">
            <a:extLst>
              <a:ext uri="{FF2B5EF4-FFF2-40B4-BE49-F238E27FC236}">
                <a16:creationId xmlns:a16="http://schemas.microsoft.com/office/drawing/2014/main" id="{6A9EC390-C245-44B2-9757-6A655C8E38EA}"/>
              </a:ext>
            </a:extLst>
          </p:cNvPr>
          <p:cNvSpPr/>
          <p:nvPr userDrawn="1"/>
        </p:nvSpPr>
        <p:spPr>
          <a:xfrm>
            <a:off x="1266825" y="3652838"/>
            <a:ext cx="101699" cy="101699"/>
          </a:xfrm>
          <a:prstGeom prst="ellipse">
            <a:avLst/>
          </a:prstGeom>
          <a:solidFill>
            <a:srgbClr val="C913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highlight>
                <a:srgbClr val="FFFF00"/>
              </a:highlight>
              <a:latin typeface="Arial" panose="020B0604020202020204" pitchFamily="34" charset="0"/>
            </a:endParaRPr>
          </a:p>
        </p:txBody>
      </p:sp>
      <p:sp>
        <p:nvSpPr>
          <p:cNvPr id="2" name="Espace réservé du numéro de diapositive 1">
            <a:extLst>
              <a:ext uri="{FF2B5EF4-FFF2-40B4-BE49-F238E27FC236}">
                <a16:creationId xmlns:a16="http://schemas.microsoft.com/office/drawing/2014/main" id="{85B2A0E2-6813-486D-9BFB-68658524FC21}"/>
              </a:ext>
            </a:extLst>
          </p:cNvPr>
          <p:cNvSpPr>
            <a:spLocks noGrp="1"/>
          </p:cNvSpPr>
          <p:nvPr>
            <p:ph type="sldNum" sz="quarter" idx="10"/>
          </p:nvPr>
        </p:nvSpPr>
        <p:spPr/>
        <p:txBody>
          <a:bodyPr/>
          <a:lstStyle/>
          <a:p>
            <a:fld id="{26DF9506-C750-44C3-8E12-610AD4C8F1FD}" type="slidenum">
              <a:rPr lang="fr-BE" smtClean="0"/>
              <a:t>‹#›</a:t>
            </a:fld>
            <a:endParaRPr lang="fr-BE"/>
          </a:p>
        </p:txBody>
      </p:sp>
    </p:spTree>
    <p:extLst>
      <p:ext uri="{BB962C8B-B14F-4D97-AF65-F5344CB8AC3E}">
        <p14:creationId xmlns:p14="http://schemas.microsoft.com/office/powerpoint/2010/main" val="106093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p:cNvSpPr>
            <a:spLocks noGrp="1"/>
          </p:cNvSpPr>
          <p:nvPr>
            <p:ph idx="1"/>
          </p:nvPr>
        </p:nvSpPr>
        <p:spPr>
          <a:xfrm>
            <a:off x="318977" y="1898361"/>
            <a:ext cx="8539273" cy="4076412"/>
          </a:xfrm>
          <a:prstGeom prst="rect">
            <a:avLst/>
          </a:prstGeom>
        </p:spPr>
        <p:txBody>
          <a:bodyPr/>
          <a:lstStyle>
            <a:lvl1pPr>
              <a:buClr>
                <a:srgbClr val="C91317"/>
              </a:buClr>
              <a:buSzPct val="200000"/>
              <a:defRPr>
                <a:solidFill>
                  <a:srgbClr val="2B2B2B"/>
                </a:solidFill>
                <a:latin typeface="Arial" panose="020B0604020202020204" pitchFamily="34" charset="0"/>
              </a:defRPr>
            </a:lvl1pPr>
            <a:lvl2pPr>
              <a:buClr>
                <a:srgbClr val="C91317"/>
              </a:buClr>
              <a:buSzPct val="200000"/>
              <a:defRPr>
                <a:solidFill>
                  <a:srgbClr val="2B2B2B"/>
                </a:solidFill>
                <a:latin typeface="Arial" panose="020B0604020202020204" pitchFamily="34" charset="0"/>
              </a:defRPr>
            </a:lvl2pPr>
            <a:lvl3pPr>
              <a:buClr>
                <a:srgbClr val="C91317"/>
              </a:buClr>
              <a:buSzPct val="200000"/>
              <a:defRPr>
                <a:solidFill>
                  <a:srgbClr val="2B2B2B"/>
                </a:solidFill>
                <a:latin typeface="Arial" panose="020B0604020202020204" pitchFamily="34" charset="0"/>
              </a:defRPr>
            </a:lvl3pPr>
            <a:lvl4pPr>
              <a:buClr>
                <a:srgbClr val="C91317"/>
              </a:buClr>
              <a:buSzPct val="200000"/>
              <a:defRPr>
                <a:solidFill>
                  <a:srgbClr val="2B2B2B"/>
                </a:solidFill>
                <a:latin typeface="Arial" panose="020B0604020202020204" pitchFamily="34" charset="0"/>
              </a:defRPr>
            </a:lvl4pPr>
            <a:lvl5pPr>
              <a:buClr>
                <a:srgbClr val="C91317"/>
              </a:buClr>
              <a:buSzPct val="200000"/>
              <a:defRPr>
                <a:solidFill>
                  <a:srgbClr val="2B2B2B"/>
                </a:solidFill>
                <a:latin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itre 1">
            <a:extLst>
              <a:ext uri="{FF2B5EF4-FFF2-40B4-BE49-F238E27FC236}">
                <a16:creationId xmlns:a16="http://schemas.microsoft.com/office/drawing/2014/main" id="{C94AA50C-7222-461E-8AD0-4AEDB98C02C6}"/>
              </a:ext>
            </a:extLst>
          </p:cNvPr>
          <p:cNvSpPr>
            <a:spLocks noGrp="1"/>
          </p:cNvSpPr>
          <p:nvPr>
            <p:ph type="title"/>
          </p:nvPr>
        </p:nvSpPr>
        <p:spPr>
          <a:xfrm>
            <a:off x="4572000" y="228600"/>
            <a:ext cx="4286249" cy="962247"/>
          </a:xfrm>
          <a:prstGeom prst="rect">
            <a:avLst/>
          </a:prstGeom>
        </p:spPr>
        <p:txBody>
          <a:bodyPr/>
          <a:lstStyle>
            <a:lvl1pPr>
              <a:defRPr>
                <a:latin typeface="Arial" panose="020B0604020202020204" pitchFamily="34" charset="0"/>
              </a:defRPr>
            </a:lvl1pPr>
          </a:lstStyle>
          <a:p>
            <a:r>
              <a:rPr lang="fr-FR" sz="2500">
                <a:solidFill>
                  <a:srgbClr val="2B2B2B"/>
                </a:solidFill>
                <a:latin typeface="Roboto "/>
              </a:rPr>
              <a:t>Modifiez le style du titre</a:t>
            </a:r>
            <a:endParaRPr lang="fr-BE" sz="2500" dirty="0">
              <a:solidFill>
                <a:srgbClr val="2B2B2B"/>
              </a:solidFill>
              <a:latin typeface="Roboto "/>
            </a:endParaRPr>
          </a:p>
        </p:txBody>
      </p:sp>
      <p:sp>
        <p:nvSpPr>
          <p:cNvPr id="10" name="Espace réservé du numéro de diapositive 9">
            <a:extLst>
              <a:ext uri="{FF2B5EF4-FFF2-40B4-BE49-F238E27FC236}">
                <a16:creationId xmlns:a16="http://schemas.microsoft.com/office/drawing/2014/main" id="{6DB69894-CF4A-49E7-AB8A-2E7987C06BC4}"/>
              </a:ext>
            </a:extLst>
          </p:cNvPr>
          <p:cNvSpPr>
            <a:spLocks noGrp="1"/>
          </p:cNvSpPr>
          <p:nvPr>
            <p:ph type="sldNum" sz="quarter" idx="10"/>
          </p:nvPr>
        </p:nvSpPr>
        <p:spPr/>
        <p:txBody>
          <a:bodyPr/>
          <a:lstStyle/>
          <a:p>
            <a:fld id="{26DF9506-C750-44C3-8E12-610AD4C8F1FD}" type="slidenum">
              <a:rPr lang="fr-BE" smtClean="0"/>
              <a:t>‹#›</a:t>
            </a:fld>
            <a:endParaRPr lang="fr-BE"/>
          </a:p>
        </p:txBody>
      </p:sp>
    </p:spTree>
    <p:extLst>
      <p:ext uri="{BB962C8B-B14F-4D97-AF65-F5344CB8AC3E}">
        <p14:creationId xmlns:p14="http://schemas.microsoft.com/office/powerpoint/2010/main" val="1300281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85750" y="1825625"/>
            <a:ext cx="4094864" cy="4201102"/>
          </a:xfrm>
          <a:prstGeom prst="rect">
            <a:avLst/>
          </a:prstGeom>
        </p:spPr>
        <p:txBody>
          <a:bodyPr/>
          <a:lstStyle>
            <a:lvl1pPr>
              <a:buClr>
                <a:srgbClr val="C91317"/>
              </a:buClr>
              <a:buSzPct val="200000"/>
              <a:defRPr>
                <a:solidFill>
                  <a:srgbClr val="2B2B2B"/>
                </a:solidFill>
                <a:latin typeface="Arial" panose="020B0604020202020204" pitchFamily="34" charset="0"/>
              </a:defRPr>
            </a:lvl1pPr>
            <a:lvl2pPr>
              <a:buClr>
                <a:srgbClr val="C91317"/>
              </a:buClr>
              <a:buSzPct val="200000"/>
              <a:defRPr>
                <a:solidFill>
                  <a:srgbClr val="2B2B2B"/>
                </a:solidFill>
                <a:latin typeface="Arial" panose="020B0604020202020204" pitchFamily="34" charset="0"/>
              </a:defRPr>
            </a:lvl2pPr>
            <a:lvl3pPr>
              <a:buClr>
                <a:srgbClr val="C91317"/>
              </a:buClr>
              <a:buSzPct val="200000"/>
              <a:defRPr>
                <a:solidFill>
                  <a:srgbClr val="2B2B2B"/>
                </a:solidFill>
                <a:latin typeface="Arial" panose="020B0604020202020204" pitchFamily="34" charset="0"/>
              </a:defRPr>
            </a:lvl3pPr>
            <a:lvl4pPr>
              <a:buClr>
                <a:srgbClr val="C91317"/>
              </a:buClr>
              <a:buSzPct val="200000"/>
              <a:defRPr>
                <a:solidFill>
                  <a:srgbClr val="2B2B2B"/>
                </a:solidFill>
                <a:latin typeface="Arial" panose="020B0604020202020204" pitchFamily="34" charset="0"/>
              </a:defRPr>
            </a:lvl4pPr>
            <a:lvl5pPr>
              <a:buClr>
                <a:srgbClr val="C91317"/>
              </a:buClr>
              <a:buSzPct val="200000"/>
              <a:defRPr>
                <a:solidFill>
                  <a:srgbClr val="2B2B2B"/>
                </a:solidFill>
                <a:latin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572000" y="1825625"/>
            <a:ext cx="4286250" cy="4201102"/>
          </a:xfrm>
          <a:prstGeom prst="rect">
            <a:avLst/>
          </a:prstGeom>
        </p:spPr>
        <p:txBody>
          <a:bodyPr/>
          <a:lstStyle>
            <a:lvl1pPr>
              <a:buClr>
                <a:srgbClr val="C91317"/>
              </a:buClr>
              <a:buSzPct val="200000"/>
              <a:defRPr>
                <a:solidFill>
                  <a:srgbClr val="2B2B2B"/>
                </a:solidFill>
                <a:latin typeface="Arial" panose="020B0604020202020204" pitchFamily="34" charset="0"/>
              </a:defRPr>
            </a:lvl1pPr>
            <a:lvl2pPr>
              <a:buClr>
                <a:srgbClr val="C91317"/>
              </a:buClr>
              <a:buSzPct val="200000"/>
              <a:defRPr>
                <a:solidFill>
                  <a:srgbClr val="2B2B2B"/>
                </a:solidFill>
                <a:latin typeface="Arial" panose="020B0604020202020204" pitchFamily="34" charset="0"/>
              </a:defRPr>
            </a:lvl2pPr>
            <a:lvl3pPr>
              <a:buClr>
                <a:srgbClr val="C91317"/>
              </a:buClr>
              <a:buSzPct val="200000"/>
              <a:defRPr>
                <a:solidFill>
                  <a:srgbClr val="2B2B2B"/>
                </a:solidFill>
                <a:latin typeface="Arial" panose="020B0604020202020204" pitchFamily="34" charset="0"/>
              </a:defRPr>
            </a:lvl3pPr>
            <a:lvl4pPr>
              <a:buClr>
                <a:srgbClr val="C91317"/>
              </a:buClr>
              <a:buSzPct val="200000"/>
              <a:defRPr>
                <a:solidFill>
                  <a:srgbClr val="2B2B2B"/>
                </a:solidFill>
                <a:latin typeface="Arial" panose="020B0604020202020204" pitchFamily="34" charset="0"/>
              </a:defRPr>
            </a:lvl4pPr>
            <a:lvl5pPr>
              <a:buClr>
                <a:srgbClr val="C91317"/>
              </a:buClr>
              <a:buSzPct val="200000"/>
              <a:defRPr>
                <a:solidFill>
                  <a:srgbClr val="2B2B2B"/>
                </a:solidFill>
                <a:latin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itre 1">
            <a:extLst>
              <a:ext uri="{FF2B5EF4-FFF2-40B4-BE49-F238E27FC236}">
                <a16:creationId xmlns:a16="http://schemas.microsoft.com/office/drawing/2014/main" id="{8249BFAD-C788-41B2-BB4B-D7F32CD3D1F4}"/>
              </a:ext>
            </a:extLst>
          </p:cNvPr>
          <p:cNvSpPr>
            <a:spLocks noGrp="1"/>
          </p:cNvSpPr>
          <p:nvPr>
            <p:ph type="title"/>
          </p:nvPr>
        </p:nvSpPr>
        <p:spPr>
          <a:xfrm>
            <a:off x="4572000" y="228600"/>
            <a:ext cx="4286249" cy="962247"/>
          </a:xfrm>
          <a:prstGeom prst="rect">
            <a:avLst/>
          </a:prstGeom>
        </p:spPr>
        <p:txBody>
          <a:bodyPr/>
          <a:lstStyle>
            <a:lvl1pPr>
              <a:defRPr>
                <a:latin typeface="Arial" panose="020B0604020202020204" pitchFamily="34" charset="0"/>
              </a:defRPr>
            </a:lvl1pPr>
          </a:lstStyle>
          <a:p>
            <a:r>
              <a:rPr lang="fr-FR" sz="2500">
                <a:solidFill>
                  <a:srgbClr val="2B2B2B"/>
                </a:solidFill>
                <a:latin typeface="Roboto "/>
              </a:rPr>
              <a:t>Modifiez le style du titre</a:t>
            </a:r>
            <a:endParaRPr lang="fr-BE" sz="2500" dirty="0">
              <a:solidFill>
                <a:srgbClr val="2B2B2B"/>
              </a:solidFill>
              <a:latin typeface="Roboto "/>
            </a:endParaRPr>
          </a:p>
        </p:txBody>
      </p:sp>
      <p:sp>
        <p:nvSpPr>
          <p:cNvPr id="2" name="Espace réservé du numéro de diapositive 1">
            <a:extLst>
              <a:ext uri="{FF2B5EF4-FFF2-40B4-BE49-F238E27FC236}">
                <a16:creationId xmlns:a16="http://schemas.microsoft.com/office/drawing/2014/main" id="{A0B86179-DD5C-452E-B116-146F34DEC1BE}"/>
              </a:ext>
            </a:extLst>
          </p:cNvPr>
          <p:cNvSpPr>
            <a:spLocks noGrp="1"/>
          </p:cNvSpPr>
          <p:nvPr>
            <p:ph type="sldNum" sz="quarter" idx="10"/>
          </p:nvPr>
        </p:nvSpPr>
        <p:spPr/>
        <p:txBody>
          <a:bodyPr/>
          <a:lstStyle/>
          <a:p>
            <a:fld id="{26DF9506-C750-44C3-8E12-610AD4C8F1FD}" type="slidenum">
              <a:rPr lang="fr-BE" smtClean="0"/>
              <a:t>‹#›</a:t>
            </a:fld>
            <a:endParaRPr lang="fr-BE"/>
          </a:p>
        </p:txBody>
      </p:sp>
    </p:spTree>
    <p:extLst>
      <p:ext uri="{BB962C8B-B14F-4D97-AF65-F5344CB8AC3E}">
        <p14:creationId xmlns:p14="http://schemas.microsoft.com/office/powerpoint/2010/main" val="1757577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80500" y="1819386"/>
            <a:ext cx="4094864" cy="778184"/>
          </a:xfrm>
          <a:prstGeom prst="rect">
            <a:avLst/>
          </a:prstGeom>
        </p:spPr>
        <p:txBody>
          <a:bodyPr anchor="b"/>
          <a:lstStyle>
            <a:lvl1pPr marL="0" indent="0">
              <a:buNone/>
              <a:defRPr sz="2100" b="1">
                <a:solidFill>
                  <a:srgbClr val="2B2B2B"/>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5" name="Text Placeholder 4"/>
          <p:cNvSpPr>
            <a:spLocks noGrp="1"/>
          </p:cNvSpPr>
          <p:nvPr>
            <p:ph type="body" sz="quarter" idx="3"/>
          </p:nvPr>
        </p:nvSpPr>
        <p:spPr>
          <a:xfrm>
            <a:off x="4571999" y="1819386"/>
            <a:ext cx="4286249" cy="778184"/>
          </a:xfrm>
          <a:prstGeom prst="rect">
            <a:avLst/>
          </a:prstGeom>
        </p:spPr>
        <p:txBody>
          <a:bodyPr anchor="b"/>
          <a:lstStyle>
            <a:lvl1pPr marL="0" indent="0">
              <a:buNone/>
              <a:defRPr sz="2100" b="1">
                <a:solidFill>
                  <a:srgbClr val="2B2B2B"/>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7" name="Titre 1">
            <a:extLst>
              <a:ext uri="{FF2B5EF4-FFF2-40B4-BE49-F238E27FC236}">
                <a16:creationId xmlns:a16="http://schemas.microsoft.com/office/drawing/2014/main" id="{C027A339-3B89-4CDB-9455-030617AAC6FD}"/>
              </a:ext>
            </a:extLst>
          </p:cNvPr>
          <p:cNvSpPr>
            <a:spLocks noGrp="1"/>
          </p:cNvSpPr>
          <p:nvPr>
            <p:ph type="title"/>
          </p:nvPr>
        </p:nvSpPr>
        <p:spPr>
          <a:xfrm>
            <a:off x="4572000" y="228600"/>
            <a:ext cx="4286249" cy="962247"/>
          </a:xfrm>
          <a:prstGeom prst="rect">
            <a:avLst/>
          </a:prstGeom>
        </p:spPr>
        <p:txBody>
          <a:bodyPr/>
          <a:lstStyle>
            <a:lvl1pPr>
              <a:defRPr>
                <a:latin typeface="Arial" panose="020B0604020202020204" pitchFamily="34" charset="0"/>
              </a:defRPr>
            </a:lvl1pPr>
          </a:lstStyle>
          <a:p>
            <a:r>
              <a:rPr lang="fr-FR" sz="2500">
                <a:solidFill>
                  <a:srgbClr val="2B2B2B"/>
                </a:solidFill>
                <a:latin typeface="Roboto "/>
              </a:rPr>
              <a:t>Modifiez le style du titre</a:t>
            </a:r>
            <a:endParaRPr lang="fr-BE" sz="2500" dirty="0">
              <a:solidFill>
                <a:srgbClr val="2B2B2B"/>
              </a:solidFill>
              <a:latin typeface="Roboto "/>
            </a:endParaRPr>
          </a:p>
        </p:txBody>
      </p:sp>
      <p:sp>
        <p:nvSpPr>
          <p:cNvPr id="8" name="Content Placeholder 2">
            <a:extLst>
              <a:ext uri="{FF2B5EF4-FFF2-40B4-BE49-F238E27FC236}">
                <a16:creationId xmlns:a16="http://schemas.microsoft.com/office/drawing/2014/main" id="{17587D5F-FDBB-4EB1-A522-C7E11E30E6C3}"/>
              </a:ext>
            </a:extLst>
          </p:cNvPr>
          <p:cNvSpPr>
            <a:spLocks noGrp="1"/>
          </p:cNvSpPr>
          <p:nvPr>
            <p:ph sz="half" idx="10"/>
          </p:nvPr>
        </p:nvSpPr>
        <p:spPr>
          <a:xfrm>
            <a:off x="285750" y="2690037"/>
            <a:ext cx="4094864" cy="3336690"/>
          </a:xfrm>
          <a:prstGeom prst="rect">
            <a:avLst/>
          </a:prstGeom>
        </p:spPr>
        <p:txBody>
          <a:bodyPr/>
          <a:lstStyle>
            <a:lvl1pPr>
              <a:buClr>
                <a:srgbClr val="C91317"/>
              </a:buClr>
              <a:buSzPct val="200000"/>
              <a:defRPr>
                <a:solidFill>
                  <a:srgbClr val="2B2B2B"/>
                </a:solidFill>
                <a:latin typeface="Arial" panose="020B0604020202020204" pitchFamily="34" charset="0"/>
              </a:defRPr>
            </a:lvl1pPr>
            <a:lvl2pPr>
              <a:buClr>
                <a:srgbClr val="C91317"/>
              </a:buClr>
              <a:buSzPct val="200000"/>
              <a:defRPr>
                <a:solidFill>
                  <a:srgbClr val="2B2B2B"/>
                </a:solidFill>
                <a:latin typeface="Arial" panose="020B0604020202020204" pitchFamily="34" charset="0"/>
              </a:defRPr>
            </a:lvl2pPr>
            <a:lvl3pPr>
              <a:buClr>
                <a:srgbClr val="C91317"/>
              </a:buClr>
              <a:buSzPct val="200000"/>
              <a:defRPr>
                <a:solidFill>
                  <a:srgbClr val="2B2B2B"/>
                </a:solidFill>
                <a:latin typeface="Arial" panose="020B0604020202020204" pitchFamily="34" charset="0"/>
              </a:defRPr>
            </a:lvl3pPr>
            <a:lvl4pPr>
              <a:buClr>
                <a:srgbClr val="C91317"/>
              </a:buClr>
              <a:buSzPct val="200000"/>
              <a:defRPr>
                <a:solidFill>
                  <a:srgbClr val="2B2B2B"/>
                </a:solidFill>
                <a:latin typeface="Arial" panose="020B0604020202020204" pitchFamily="34" charset="0"/>
              </a:defRPr>
            </a:lvl4pPr>
            <a:lvl5pPr>
              <a:buClr>
                <a:srgbClr val="C91317"/>
              </a:buClr>
              <a:buSzPct val="200000"/>
              <a:defRPr>
                <a:solidFill>
                  <a:srgbClr val="2B2B2B"/>
                </a:solidFill>
                <a:latin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9" name="Content Placeholder 3">
            <a:extLst>
              <a:ext uri="{FF2B5EF4-FFF2-40B4-BE49-F238E27FC236}">
                <a16:creationId xmlns:a16="http://schemas.microsoft.com/office/drawing/2014/main" id="{356E0546-6F03-4C97-9834-2DAEDD200602}"/>
              </a:ext>
            </a:extLst>
          </p:cNvPr>
          <p:cNvSpPr>
            <a:spLocks noGrp="1"/>
          </p:cNvSpPr>
          <p:nvPr>
            <p:ph sz="half" idx="2"/>
          </p:nvPr>
        </p:nvSpPr>
        <p:spPr>
          <a:xfrm>
            <a:off x="4572000" y="2690037"/>
            <a:ext cx="4286250" cy="3336690"/>
          </a:xfrm>
          <a:prstGeom prst="rect">
            <a:avLst/>
          </a:prstGeom>
        </p:spPr>
        <p:txBody>
          <a:bodyPr/>
          <a:lstStyle>
            <a:lvl1pPr>
              <a:buClr>
                <a:srgbClr val="C91317"/>
              </a:buClr>
              <a:buSzPct val="200000"/>
              <a:defRPr>
                <a:solidFill>
                  <a:srgbClr val="2B2B2B"/>
                </a:solidFill>
                <a:latin typeface="Arial" panose="020B0604020202020204" pitchFamily="34" charset="0"/>
              </a:defRPr>
            </a:lvl1pPr>
            <a:lvl2pPr>
              <a:buClr>
                <a:srgbClr val="C91317"/>
              </a:buClr>
              <a:buSzPct val="200000"/>
              <a:defRPr>
                <a:solidFill>
                  <a:srgbClr val="2B2B2B"/>
                </a:solidFill>
                <a:latin typeface="Arial" panose="020B0604020202020204" pitchFamily="34" charset="0"/>
              </a:defRPr>
            </a:lvl2pPr>
            <a:lvl3pPr>
              <a:buClr>
                <a:srgbClr val="C91317"/>
              </a:buClr>
              <a:buSzPct val="200000"/>
              <a:defRPr>
                <a:solidFill>
                  <a:srgbClr val="2B2B2B"/>
                </a:solidFill>
                <a:latin typeface="Arial" panose="020B0604020202020204" pitchFamily="34" charset="0"/>
              </a:defRPr>
            </a:lvl3pPr>
            <a:lvl4pPr>
              <a:buClr>
                <a:srgbClr val="C91317"/>
              </a:buClr>
              <a:buSzPct val="200000"/>
              <a:defRPr>
                <a:solidFill>
                  <a:srgbClr val="2B2B2B"/>
                </a:solidFill>
                <a:latin typeface="Arial" panose="020B0604020202020204" pitchFamily="34" charset="0"/>
              </a:defRPr>
            </a:lvl4pPr>
            <a:lvl5pPr>
              <a:buClr>
                <a:srgbClr val="C91317"/>
              </a:buClr>
              <a:buSzPct val="200000"/>
              <a:defRPr>
                <a:solidFill>
                  <a:srgbClr val="2B2B2B"/>
                </a:solidFill>
                <a:latin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2" name="Espace réservé du numéro de diapositive 1">
            <a:extLst>
              <a:ext uri="{FF2B5EF4-FFF2-40B4-BE49-F238E27FC236}">
                <a16:creationId xmlns:a16="http://schemas.microsoft.com/office/drawing/2014/main" id="{33381CD9-00CC-417F-9EA9-ACF2A1414A45}"/>
              </a:ext>
            </a:extLst>
          </p:cNvPr>
          <p:cNvSpPr>
            <a:spLocks noGrp="1"/>
          </p:cNvSpPr>
          <p:nvPr>
            <p:ph type="sldNum" sz="quarter" idx="11"/>
          </p:nvPr>
        </p:nvSpPr>
        <p:spPr/>
        <p:txBody>
          <a:bodyPr/>
          <a:lstStyle/>
          <a:p>
            <a:fld id="{26DF9506-C750-44C3-8E12-610AD4C8F1FD}" type="slidenum">
              <a:rPr lang="fr-BE" smtClean="0"/>
              <a:t>‹#›</a:t>
            </a:fld>
            <a:endParaRPr lang="fr-BE"/>
          </a:p>
        </p:txBody>
      </p:sp>
    </p:spTree>
    <p:extLst>
      <p:ext uri="{BB962C8B-B14F-4D97-AF65-F5344CB8AC3E}">
        <p14:creationId xmlns:p14="http://schemas.microsoft.com/office/powerpoint/2010/main" val="3046532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C00A9C74-3B0E-442F-9551-373DA2D7AA57}"/>
              </a:ext>
            </a:extLst>
          </p:cNvPr>
          <p:cNvSpPr>
            <a:spLocks noGrp="1"/>
          </p:cNvSpPr>
          <p:nvPr>
            <p:ph type="title"/>
          </p:nvPr>
        </p:nvSpPr>
        <p:spPr>
          <a:xfrm>
            <a:off x="4572000" y="228600"/>
            <a:ext cx="4286249" cy="962247"/>
          </a:xfrm>
          <a:prstGeom prst="rect">
            <a:avLst/>
          </a:prstGeom>
        </p:spPr>
        <p:txBody>
          <a:bodyPr/>
          <a:lstStyle>
            <a:lvl1pPr>
              <a:defRPr>
                <a:latin typeface="Arial" panose="020B0604020202020204" pitchFamily="34" charset="0"/>
              </a:defRPr>
            </a:lvl1pPr>
          </a:lstStyle>
          <a:p>
            <a:r>
              <a:rPr lang="fr-FR" sz="2500">
                <a:solidFill>
                  <a:srgbClr val="2B2B2B"/>
                </a:solidFill>
                <a:latin typeface="Roboto "/>
              </a:rPr>
              <a:t>Modifiez le style du titre</a:t>
            </a:r>
            <a:endParaRPr lang="fr-BE" sz="2500" dirty="0">
              <a:solidFill>
                <a:srgbClr val="2B2B2B"/>
              </a:solidFill>
              <a:latin typeface="Roboto "/>
            </a:endParaRPr>
          </a:p>
        </p:txBody>
      </p:sp>
      <p:sp>
        <p:nvSpPr>
          <p:cNvPr id="2" name="Espace réservé du numéro de diapositive 1">
            <a:extLst>
              <a:ext uri="{FF2B5EF4-FFF2-40B4-BE49-F238E27FC236}">
                <a16:creationId xmlns:a16="http://schemas.microsoft.com/office/drawing/2014/main" id="{8CF80F7D-B5F8-4569-9F90-3912FF9870B1}"/>
              </a:ext>
            </a:extLst>
          </p:cNvPr>
          <p:cNvSpPr>
            <a:spLocks noGrp="1"/>
          </p:cNvSpPr>
          <p:nvPr>
            <p:ph type="sldNum" sz="quarter" idx="10"/>
          </p:nvPr>
        </p:nvSpPr>
        <p:spPr/>
        <p:txBody>
          <a:bodyPr/>
          <a:lstStyle/>
          <a:p>
            <a:fld id="{26DF9506-C750-44C3-8E12-610AD4C8F1FD}" type="slidenum">
              <a:rPr lang="fr-BE" smtClean="0"/>
              <a:t>‹#›</a:t>
            </a:fld>
            <a:endParaRPr lang="fr-BE"/>
          </a:p>
        </p:txBody>
      </p:sp>
    </p:spTree>
    <p:extLst>
      <p:ext uri="{BB962C8B-B14F-4D97-AF65-F5344CB8AC3E}">
        <p14:creationId xmlns:p14="http://schemas.microsoft.com/office/powerpoint/2010/main" val="3728852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B3F24F-F9CE-48E5-8E78-0EAD4E00D7A2}"/>
              </a:ext>
            </a:extLst>
          </p:cNvPr>
          <p:cNvSpPr>
            <a:spLocks noGrp="1"/>
          </p:cNvSpPr>
          <p:nvPr>
            <p:ph type="sldNum" sz="quarter" idx="10"/>
          </p:nvPr>
        </p:nvSpPr>
        <p:spPr/>
        <p:txBody>
          <a:bodyPr/>
          <a:lstStyle/>
          <a:p>
            <a:fld id="{26DF9506-C750-44C3-8E12-610AD4C8F1FD}" type="slidenum">
              <a:rPr lang="fr-BE" smtClean="0"/>
              <a:t>‹#›</a:t>
            </a:fld>
            <a:endParaRPr lang="fr-BE"/>
          </a:p>
        </p:txBody>
      </p:sp>
    </p:spTree>
    <p:extLst>
      <p:ext uri="{BB962C8B-B14F-4D97-AF65-F5344CB8AC3E}">
        <p14:creationId xmlns:p14="http://schemas.microsoft.com/office/powerpoint/2010/main" val="1217710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84020" y="1756064"/>
            <a:ext cx="3294999" cy="4112924"/>
          </a:xfrm>
          <a:prstGeom prst="rect">
            <a:avLst/>
          </a:prstGeom>
        </p:spPr>
        <p:txBody>
          <a:bodyPr/>
          <a:lstStyle>
            <a:lvl1pPr marL="0" indent="0">
              <a:buNone/>
              <a:defRPr sz="1600" b="1">
                <a:solidFill>
                  <a:srgbClr val="2B2B2B"/>
                </a:solidFill>
                <a:latin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9" name="Content Placeholder 3"/>
          <p:cNvSpPr>
            <a:spLocks noGrp="1"/>
          </p:cNvSpPr>
          <p:nvPr>
            <p:ph sz="half" idx="10"/>
          </p:nvPr>
        </p:nvSpPr>
        <p:spPr>
          <a:xfrm>
            <a:off x="3782292" y="1756065"/>
            <a:ext cx="5077688" cy="4112924"/>
          </a:xfrm>
          <a:prstGeom prst="rect">
            <a:avLst/>
          </a:prstGeom>
        </p:spPr>
        <p:txBody>
          <a:bodyPr/>
          <a:lstStyle>
            <a:lvl1pPr>
              <a:buClr>
                <a:srgbClr val="C91317"/>
              </a:buClr>
              <a:buSzPct val="200000"/>
              <a:defRPr sz="1800">
                <a:solidFill>
                  <a:srgbClr val="2B2B2B"/>
                </a:solidFill>
                <a:latin typeface="Arial" panose="020B0604020202020204" pitchFamily="34" charset="0"/>
              </a:defRPr>
            </a:lvl1pPr>
            <a:lvl2pPr>
              <a:buClr>
                <a:srgbClr val="C91317"/>
              </a:buClr>
              <a:buSzPct val="200000"/>
              <a:defRPr sz="1600">
                <a:solidFill>
                  <a:srgbClr val="2B2B2B"/>
                </a:solidFill>
                <a:latin typeface="Arial" panose="020B0604020202020204" pitchFamily="34" charset="0"/>
              </a:defRPr>
            </a:lvl2pPr>
            <a:lvl3pPr>
              <a:buClr>
                <a:srgbClr val="C91317"/>
              </a:buClr>
              <a:buSzPct val="200000"/>
              <a:defRPr sz="1600">
                <a:solidFill>
                  <a:srgbClr val="2B2B2B"/>
                </a:solidFill>
                <a:latin typeface="Arial" panose="020B0604020202020204" pitchFamily="34" charset="0"/>
              </a:defRPr>
            </a:lvl3pPr>
            <a:lvl4pPr>
              <a:buClr>
                <a:srgbClr val="C91317"/>
              </a:buClr>
              <a:buSzPct val="200000"/>
              <a:defRPr sz="1600">
                <a:solidFill>
                  <a:srgbClr val="2B2B2B"/>
                </a:solidFill>
                <a:latin typeface="Arial" panose="020B0604020202020204" pitchFamily="34" charset="0"/>
              </a:defRPr>
            </a:lvl4pPr>
            <a:lvl5pPr>
              <a:buClr>
                <a:srgbClr val="C91317"/>
              </a:buClr>
              <a:buSzPct val="200000"/>
              <a:defRPr sz="1400">
                <a:solidFill>
                  <a:srgbClr val="2B2B2B"/>
                </a:solidFill>
                <a:latin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itre 1">
            <a:extLst>
              <a:ext uri="{FF2B5EF4-FFF2-40B4-BE49-F238E27FC236}">
                <a16:creationId xmlns:a16="http://schemas.microsoft.com/office/drawing/2014/main" id="{B723936F-B140-4856-8235-EC2D80F47512}"/>
              </a:ext>
            </a:extLst>
          </p:cNvPr>
          <p:cNvSpPr>
            <a:spLocks noGrp="1"/>
          </p:cNvSpPr>
          <p:nvPr>
            <p:ph type="title"/>
          </p:nvPr>
        </p:nvSpPr>
        <p:spPr>
          <a:xfrm>
            <a:off x="4572000" y="228600"/>
            <a:ext cx="4286249" cy="962247"/>
          </a:xfrm>
          <a:prstGeom prst="rect">
            <a:avLst/>
          </a:prstGeom>
        </p:spPr>
        <p:txBody>
          <a:bodyPr/>
          <a:lstStyle>
            <a:lvl1pPr>
              <a:defRPr>
                <a:latin typeface="Arial" panose="020B0604020202020204" pitchFamily="34" charset="0"/>
              </a:defRPr>
            </a:lvl1pPr>
          </a:lstStyle>
          <a:p>
            <a:r>
              <a:rPr lang="fr-FR" sz="2500">
                <a:solidFill>
                  <a:srgbClr val="2B2B2B"/>
                </a:solidFill>
                <a:latin typeface="Roboto "/>
              </a:rPr>
              <a:t>Modifiez le style du titre</a:t>
            </a:r>
            <a:endParaRPr lang="fr-BE" sz="2500" dirty="0">
              <a:solidFill>
                <a:srgbClr val="2B2B2B"/>
              </a:solidFill>
              <a:latin typeface="Roboto "/>
            </a:endParaRPr>
          </a:p>
        </p:txBody>
      </p:sp>
      <p:sp>
        <p:nvSpPr>
          <p:cNvPr id="2" name="Espace réservé du numéro de diapositive 1">
            <a:extLst>
              <a:ext uri="{FF2B5EF4-FFF2-40B4-BE49-F238E27FC236}">
                <a16:creationId xmlns:a16="http://schemas.microsoft.com/office/drawing/2014/main" id="{81B9BBB8-6FF0-4B19-ABA7-E48EDDA4C815}"/>
              </a:ext>
            </a:extLst>
          </p:cNvPr>
          <p:cNvSpPr>
            <a:spLocks noGrp="1"/>
          </p:cNvSpPr>
          <p:nvPr>
            <p:ph type="sldNum" sz="quarter" idx="11"/>
          </p:nvPr>
        </p:nvSpPr>
        <p:spPr/>
        <p:txBody>
          <a:bodyPr/>
          <a:lstStyle/>
          <a:p>
            <a:fld id="{26DF9506-C750-44C3-8E12-610AD4C8F1FD}" type="slidenum">
              <a:rPr lang="fr-BE" smtClean="0"/>
              <a:t>‹#›</a:t>
            </a:fld>
            <a:endParaRPr lang="fr-BE"/>
          </a:p>
        </p:txBody>
      </p:sp>
    </p:spTree>
    <p:extLst>
      <p:ext uri="{BB962C8B-B14F-4D97-AF65-F5344CB8AC3E}">
        <p14:creationId xmlns:p14="http://schemas.microsoft.com/office/powerpoint/2010/main" val="1304431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Image avec légende">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286000" y="1776845"/>
            <a:ext cx="6572250" cy="4084206"/>
          </a:xfrm>
          <a:prstGeom prst="rect">
            <a:avLst/>
          </a:prstGeom>
        </p:spPr>
        <p:txBody>
          <a:bodyPr anchor="t"/>
          <a:lstStyle>
            <a:lvl1pPr marL="0" indent="0">
              <a:buNone/>
              <a:defRPr sz="1400" i="0">
                <a:solidFill>
                  <a:schemeClr val="bg2">
                    <a:lumMod val="75000"/>
                  </a:schemeClr>
                </a:solidFill>
                <a:latin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285751" y="1776845"/>
            <a:ext cx="1885950" cy="4092143"/>
          </a:xfrm>
          <a:prstGeom prst="rect">
            <a:avLst/>
          </a:prstGeom>
        </p:spPr>
        <p:txBody>
          <a:bodyPr/>
          <a:lstStyle>
            <a:lvl1pPr marL="0" indent="0" algn="l">
              <a:buNone/>
              <a:defRPr sz="1600" b="1">
                <a:solidFill>
                  <a:srgbClr val="2B2B2B"/>
                </a:solidFill>
                <a:latin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Titre 1">
            <a:extLst>
              <a:ext uri="{FF2B5EF4-FFF2-40B4-BE49-F238E27FC236}">
                <a16:creationId xmlns:a16="http://schemas.microsoft.com/office/drawing/2014/main" id="{F43EE628-A185-4A6D-BE88-14EFD8F490C6}"/>
              </a:ext>
            </a:extLst>
          </p:cNvPr>
          <p:cNvSpPr>
            <a:spLocks noGrp="1"/>
          </p:cNvSpPr>
          <p:nvPr>
            <p:ph type="title"/>
          </p:nvPr>
        </p:nvSpPr>
        <p:spPr>
          <a:xfrm>
            <a:off x="4572000" y="228600"/>
            <a:ext cx="4286249" cy="962247"/>
          </a:xfrm>
          <a:prstGeom prst="rect">
            <a:avLst/>
          </a:prstGeom>
        </p:spPr>
        <p:txBody>
          <a:bodyPr/>
          <a:lstStyle>
            <a:lvl1pPr>
              <a:defRPr>
                <a:latin typeface="Arial" panose="020B0604020202020204" pitchFamily="34" charset="0"/>
              </a:defRPr>
            </a:lvl1pPr>
          </a:lstStyle>
          <a:p>
            <a:r>
              <a:rPr lang="fr-FR" sz="2500">
                <a:solidFill>
                  <a:srgbClr val="2B2B2B"/>
                </a:solidFill>
                <a:latin typeface="Roboto "/>
              </a:rPr>
              <a:t>Modifiez le style du titre</a:t>
            </a:r>
            <a:endParaRPr lang="fr-BE" sz="2500" dirty="0">
              <a:solidFill>
                <a:srgbClr val="2B2B2B"/>
              </a:solidFill>
              <a:latin typeface="Roboto "/>
            </a:endParaRPr>
          </a:p>
        </p:txBody>
      </p:sp>
      <p:sp>
        <p:nvSpPr>
          <p:cNvPr id="2" name="Espace réservé du numéro de diapositive 1">
            <a:extLst>
              <a:ext uri="{FF2B5EF4-FFF2-40B4-BE49-F238E27FC236}">
                <a16:creationId xmlns:a16="http://schemas.microsoft.com/office/drawing/2014/main" id="{6B18CF9C-FA09-400B-8A6D-3B4F71D1C4F7}"/>
              </a:ext>
            </a:extLst>
          </p:cNvPr>
          <p:cNvSpPr>
            <a:spLocks noGrp="1"/>
          </p:cNvSpPr>
          <p:nvPr>
            <p:ph type="sldNum" sz="quarter" idx="10"/>
          </p:nvPr>
        </p:nvSpPr>
        <p:spPr/>
        <p:txBody>
          <a:bodyPr/>
          <a:lstStyle/>
          <a:p>
            <a:fld id="{26DF9506-C750-44C3-8E12-610AD4C8F1FD}" type="slidenum">
              <a:rPr lang="fr-BE" smtClean="0"/>
              <a:t>‹#›</a:t>
            </a:fld>
            <a:endParaRPr lang="fr-BE"/>
          </a:p>
        </p:txBody>
      </p:sp>
    </p:spTree>
    <p:extLst>
      <p:ext uri="{BB962C8B-B14F-4D97-AF65-F5344CB8AC3E}">
        <p14:creationId xmlns:p14="http://schemas.microsoft.com/office/powerpoint/2010/main" val="635799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5142E7-FD62-4A3B-BA3B-F57F13E802DB}"/>
              </a:ext>
            </a:extLst>
          </p:cNvPr>
          <p:cNvSpPr>
            <a:spLocks noGrp="1"/>
          </p:cNvSpPr>
          <p:nvPr>
            <p:ph type="title"/>
          </p:nvPr>
        </p:nvSpPr>
        <p:spPr/>
        <p:txBody>
          <a:bodyPr/>
          <a:lstStyle/>
          <a:p>
            <a:r>
              <a:rPr lang="fr-FR"/>
              <a:t>Modifiez le style du titre</a:t>
            </a:r>
            <a:endParaRPr lang="fr-BE"/>
          </a:p>
        </p:txBody>
      </p:sp>
      <p:sp>
        <p:nvSpPr>
          <p:cNvPr id="3" name="Espace réservé du numéro de diapositive 2">
            <a:extLst>
              <a:ext uri="{FF2B5EF4-FFF2-40B4-BE49-F238E27FC236}">
                <a16:creationId xmlns:a16="http://schemas.microsoft.com/office/drawing/2014/main" id="{68CDE9CF-4445-4195-AB8F-98D37C850DD6}"/>
              </a:ext>
            </a:extLst>
          </p:cNvPr>
          <p:cNvSpPr>
            <a:spLocks noGrp="1"/>
          </p:cNvSpPr>
          <p:nvPr>
            <p:ph type="sldNum" sz="quarter" idx="10"/>
          </p:nvPr>
        </p:nvSpPr>
        <p:spPr/>
        <p:txBody>
          <a:bodyPr/>
          <a:lstStyle/>
          <a:p>
            <a:fld id="{26DF9506-C750-44C3-8E12-610AD4C8F1FD}" type="slidenum">
              <a:rPr lang="fr-BE" smtClean="0"/>
              <a:t>‹#›</a:t>
            </a:fld>
            <a:endParaRPr lang="fr-BE"/>
          </a:p>
        </p:txBody>
      </p:sp>
      <p:sp>
        <p:nvSpPr>
          <p:cNvPr id="5" name="Espace réservé du texte 4">
            <a:extLst>
              <a:ext uri="{FF2B5EF4-FFF2-40B4-BE49-F238E27FC236}">
                <a16:creationId xmlns:a16="http://schemas.microsoft.com/office/drawing/2014/main" id="{F17093D8-5537-49FE-9E58-DD113F96AAD1}"/>
              </a:ext>
            </a:extLst>
          </p:cNvPr>
          <p:cNvSpPr>
            <a:spLocks noGrp="1"/>
          </p:cNvSpPr>
          <p:nvPr>
            <p:ph type="body" sz="quarter" idx="11"/>
          </p:nvPr>
        </p:nvSpPr>
        <p:spPr>
          <a:xfrm>
            <a:off x="1085850" y="3109912"/>
            <a:ext cx="5553075" cy="638175"/>
          </a:xfrm>
          <a:prstGeom prst="rect">
            <a:avLst/>
          </a:prstGeo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Tree>
    <p:extLst>
      <p:ext uri="{BB962C8B-B14F-4D97-AF65-F5344CB8AC3E}">
        <p14:creationId xmlns:p14="http://schemas.microsoft.com/office/powerpoint/2010/main" val="3401209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t="-1000" b="-1000"/>
          </a:stretch>
        </a:blip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8DBFD8E-0DC8-4C60-850D-B6271FE2C997}"/>
              </a:ext>
            </a:extLst>
          </p:cNvPr>
          <p:cNvSpPr>
            <a:spLocks noGrp="1"/>
          </p:cNvSpPr>
          <p:nvPr>
            <p:ph type="title"/>
          </p:nvPr>
        </p:nvSpPr>
        <p:spPr>
          <a:xfrm>
            <a:off x="1085850" y="2103437"/>
            <a:ext cx="78867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numéro de diapositive 2">
            <a:extLst>
              <a:ext uri="{FF2B5EF4-FFF2-40B4-BE49-F238E27FC236}">
                <a16:creationId xmlns:a16="http://schemas.microsoft.com/office/drawing/2014/main" id="{4A10DA80-EF2E-4A94-8BB7-3A6AF98E46B2}"/>
              </a:ext>
            </a:extLst>
          </p:cNvPr>
          <p:cNvSpPr>
            <a:spLocks noGrp="1"/>
          </p:cNvSpPr>
          <p:nvPr>
            <p:ph type="sldNum" sz="quarter" idx="4"/>
          </p:nvPr>
        </p:nvSpPr>
        <p:spPr>
          <a:xfrm>
            <a:off x="6848475" y="6080125"/>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DF9506-C750-44C3-8E12-610AD4C8F1FD}" type="slidenum">
              <a:rPr lang="fr-BE" smtClean="0"/>
              <a:t>‹#›</a:t>
            </a:fld>
            <a:endParaRPr lang="fr-BE"/>
          </a:p>
        </p:txBody>
      </p:sp>
    </p:spTree>
    <p:extLst>
      <p:ext uri="{BB962C8B-B14F-4D97-AF65-F5344CB8AC3E}">
        <p14:creationId xmlns:p14="http://schemas.microsoft.com/office/powerpoint/2010/main" val="2846317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70" r:id="rId8"/>
    <p:sldLayoutId id="2147483671" r:id="rId9"/>
  </p:sldLayoutIdLst>
  <p:hf hdr="0" ftr="0" dt="0"/>
  <p:txStyles>
    <p:titleStyle>
      <a:lvl1pPr algn="l" defTabSz="914400" rtl="0" eaLnBrk="1" latinLnBrk="0" hangingPunct="1">
        <a:lnSpc>
          <a:spcPct val="90000"/>
        </a:lnSpc>
        <a:spcBef>
          <a:spcPct val="0"/>
        </a:spcBef>
        <a:buNone/>
        <a:defRPr sz="3500" kern="1200">
          <a:solidFill>
            <a:schemeClr val="tx1"/>
          </a:solidFill>
          <a:latin typeface="Roboto Condensed" panose="02000000000000000000" pitchFamily="2" charset="0"/>
          <a:ea typeface="Roboto Condensed"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Roboto Condensed" panose="02000000000000000000" pitchFamily="2" charset="0"/>
          <a:ea typeface="Roboto Condensed"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Roboto Condensed" panose="02000000000000000000" pitchFamily="2" charset="0"/>
          <a:ea typeface="Roboto Condensed"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Condensed" panose="02000000000000000000" pitchFamily="2" charset="0"/>
          <a:ea typeface="Roboto Condensed"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Condensed" panose="02000000000000000000" pitchFamily="2" charset="0"/>
          <a:ea typeface="Roboto Condensed"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Condensed" panose="02000000000000000000" pitchFamily="2" charset="0"/>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natpryce.com/articles/000714.html" TargetMode="External"/><Relationship Id="rId2" Type="http://schemas.openxmlformats.org/officeDocument/2006/relationships/hyperlink" Target="https://testdesiderata.com/" TargetMode="External"/><Relationship Id="rId1" Type="http://schemas.openxmlformats.org/officeDocument/2006/relationships/slideLayout" Target="../slideLayouts/slideLayout2.xml"/><Relationship Id="rId4" Type="http://schemas.openxmlformats.org/officeDocument/2006/relationships/hyperlink" Target="https://martinfowler.com/articles/microservice-tes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75EA5D-AC64-41C5-A86A-8CEC6C3E3898}"/>
              </a:ext>
            </a:extLst>
          </p:cNvPr>
          <p:cNvSpPr>
            <a:spLocks noGrp="1"/>
          </p:cNvSpPr>
          <p:nvPr>
            <p:ph type="title"/>
          </p:nvPr>
        </p:nvSpPr>
        <p:spPr>
          <a:xfrm>
            <a:off x="1087581" y="2248912"/>
            <a:ext cx="7886700" cy="1062699"/>
          </a:xfrm>
        </p:spPr>
        <p:txBody>
          <a:bodyPr>
            <a:normAutofit/>
          </a:bodyPr>
          <a:lstStyle/>
          <a:p>
            <a:r>
              <a:rPr lang="fr-FR" sz="4400" dirty="0"/>
              <a:t>Préparation GDP</a:t>
            </a:r>
            <a:endParaRPr lang="fr-BE" sz="4400" dirty="0"/>
          </a:p>
        </p:txBody>
      </p:sp>
      <p:sp>
        <p:nvSpPr>
          <p:cNvPr id="3" name="ZoneTexte 2">
            <a:extLst>
              <a:ext uri="{FF2B5EF4-FFF2-40B4-BE49-F238E27FC236}">
                <a16:creationId xmlns:a16="http://schemas.microsoft.com/office/drawing/2014/main" id="{DB893DFD-C04B-4489-8111-E1C33A2FF174}"/>
              </a:ext>
            </a:extLst>
          </p:cNvPr>
          <p:cNvSpPr txBox="1"/>
          <p:nvPr/>
        </p:nvSpPr>
        <p:spPr>
          <a:xfrm>
            <a:off x="1573427" y="3505200"/>
            <a:ext cx="7400854" cy="646331"/>
          </a:xfrm>
          <a:prstGeom prst="rect">
            <a:avLst/>
          </a:prstGeom>
          <a:noFill/>
        </p:spPr>
        <p:txBody>
          <a:bodyPr wrap="square" rtlCol="0">
            <a:spAutoFit/>
          </a:bodyPr>
          <a:lstStyle/>
          <a:p>
            <a:r>
              <a:rPr lang="fr-FR" dirty="0">
                <a:solidFill>
                  <a:schemeClr val="bg1">
                    <a:lumMod val="50000"/>
                  </a:schemeClr>
                </a:solidFill>
              </a:rPr>
              <a:t>BA2 Informatique</a:t>
            </a:r>
          </a:p>
          <a:p>
            <a:r>
              <a:rPr lang="fr-FR" dirty="0">
                <a:solidFill>
                  <a:schemeClr val="bg1">
                    <a:lumMod val="50000"/>
                  </a:schemeClr>
                </a:solidFill>
              </a:rPr>
              <a:t>Johan </a:t>
            </a:r>
            <a:r>
              <a:rPr lang="fr-FR" dirty="0" err="1">
                <a:solidFill>
                  <a:schemeClr val="bg1">
                    <a:lumMod val="50000"/>
                  </a:schemeClr>
                </a:solidFill>
              </a:rPr>
              <a:t>Depréter</a:t>
            </a:r>
            <a:r>
              <a:rPr lang="fr-FR" dirty="0">
                <a:solidFill>
                  <a:schemeClr val="bg1">
                    <a:lumMod val="50000"/>
                  </a:schemeClr>
                </a:solidFill>
              </a:rPr>
              <a:t> – johan.depreter@heh.be</a:t>
            </a:r>
            <a:endParaRPr lang="fr-BE" dirty="0">
              <a:solidFill>
                <a:schemeClr val="bg1">
                  <a:lumMod val="50000"/>
                </a:schemeClr>
              </a:solidFill>
            </a:endParaRPr>
          </a:p>
        </p:txBody>
      </p:sp>
      <p:sp>
        <p:nvSpPr>
          <p:cNvPr id="4" name="Espace réservé du numéro de diapositive 3">
            <a:extLst>
              <a:ext uri="{FF2B5EF4-FFF2-40B4-BE49-F238E27FC236}">
                <a16:creationId xmlns:a16="http://schemas.microsoft.com/office/drawing/2014/main" id="{483B3C02-371C-4836-9681-7DD0EFCB39DF}"/>
              </a:ext>
            </a:extLst>
          </p:cNvPr>
          <p:cNvSpPr>
            <a:spLocks noGrp="1"/>
          </p:cNvSpPr>
          <p:nvPr>
            <p:ph type="sldNum" sz="quarter" idx="10"/>
          </p:nvPr>
        </p:nvSpPr>
        <p:spPr/>
        <p:txBody>
          <a:bodyPr/>
          <a:lstStyle/>
          <a:p>
            <a:fld id="{26DF9506-C750-44C3-8E12-610AD4C8F1FD}" type="slidenum">
              <a:rPr lang="fr-BE" smtClean="0"/>
              <a:t>1</a:t>
            </a:fld>
            <a:endParaRPr lang="fr-BE"/>
          </a:p>
        </p:txBody>
      </p:sp>
    </p:spTree>
    <p:extLst>
      <p:ext uri="{BB962C8B-B14F-4D97-AF65-F5344CB8AC3E}">
        <p14:creationId xmlns:p14="http://schemas.microsoft.com/office/powerpoint/2010/main" val="3833587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87B051-16F8-4B50-803C-8505DBE9ECD4}"/>
              </a:ext>
            </a:extLst>
          </p:cNvPr>
          <p:cNvSpPr>
            <a:spLocks noGrp="1"/>
          </p:cNvSpPr>
          <p:nvPr>
            <p:ph type="title"/>
          </p:nvPr>
        </p:nvSpPr>
        <p:spPr>
          <a:xfrm>
            <a:off x="1519843" y="3110491"/>
            <a:ext cx="7886700" cy="1169698"/>
          </a:xfrm>
        </p:spPr>
        <p:txBody>
          <a:bodyPr/>
          <a:lstStyle/>
          <a:p>
            <a:r>
              <a:rPr lang="fr-FR" sz="4400" dirty="0"/>
              <a:t>La POO</a:t>
            </a:r>
            <a:endParaRPr lang="fr-BE" sz="4400" dirty="0"/>
          </a:p>
        </p:txBody>
      </p:sp>
      <p:sp>
        <p:nvSpPr>
          <p:cNvPr id="3" name="Espace réservé du numéro de diapositive 2">
            <a:extLst>
              <a:ext uri="{FF2B5EF4-FFF2-40B4-BE49-F238E27FC236}">
                <a16:creationId xmlns:a16="http://schemas.microsoft.com/office/drawing/2014/main" id="{E92B0AA5-3545-4384-864F-D1FEEA8C72BE}"/>
              </a:ext>
            </a:extLst>
          </p:cNvPr>
          <p:cNvSpPr>
            <a:spLocks noGrp="1"/>
          </p:cNvSpPr>
          <p:nvPr>
            <p:ph type="sldNum" sz="quarter" idx="10"/>
          </p:nvPr>
        </p:nvSpPr>
        <p:spPr/>
        <p:txBody>
          <a:bodyPr/>
          <a:lstStyle/>
          <a:p>
            <a:fld id="{26DF9506-C750-44C3-8E12-610AD4C8F1FD}" type="slidenum">
              <a:rPr lang="fr-BE" smtClean="0"/>
              <a:t>2</a:t>
            </a:fld>
            <a:endParaRPr lang="fr-BE"/>
          </a:p>
        </p:txBody>
      </p:sp>
      <p:sp>
        <p:nvSpPr>
          <p:cNvPr id="4" name="ZoneTexte 3">
            <a:extLst>
              <a:ext uri="{FF2B5EF4-FFF2-40B4-BE49-F238E27FC236}">
                <a16:creationId xmlns:a16="http://schemas.microsoft.com/office/drawing/2014/main" id="{8EAFDF04-9D2B-48C6-A627-7D5E1C9B278B}"/>
              </a:ext>
            </a:extLst>
          </p:cNvPr>
          <p:cNvSpPr txBox="1"/>
          <p:nvPr/>
        </p:nvSpPr>
        <p:spPr>
          <a:xfrm>
            <a:off x="1519843" y="3110491"/>
            <a:ext cx="2981325" cy="369332"/>
          </a:xfrm>
          <a:prstGeom prst="rect">
            <a:avLst/>
          </a:prstGeom>
          <a:noFill/>
        </p:spPr>
        <p:txBody>
          <a:bodyPr wrap="square" rtlCol="0">
            <a:spAutoFit/>
          </a:bodyPr>
          <a:lstStyle/>
          <a:p>
            <a:r>
              <a:rPr lang="fr-FR" dirty="0">
                <a:solidFill>
                  <a:schemeClr val="bg1">
                    <a:lumMod val="50000"/>
                  </a:schemeClr>
                </a:solidFill>
              </a:rPr>
              <a:t>Chapitre 1</a:t>
            </a:r>
            <a:endParaRPr lang="fr-BE" dirty="0">
              <a:solidFill>
                <a:schemeClr val="bg1">
                  <a:lumMod val="50000"/>
                </a:schemeClr>
              </a:solidFill>
            </a:endParaRPr>
          </a:p>
        </p:txBody>
      </p:sp>
    </p:spTree>
    <p:extLst>
      <p:ext uri="{BB962C8B-B14F-4D97-AF65-F5344CB8AC3E}">
        <p14:creationId xmlns:p14="http://schemas.microsoft.com/office/powerpoint/2010/main" val="1628044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7E4BDEE6-ED6A-4288-87FE-3CB874D89810}"/>
              </a:ext>
            </a:extLst>
          </p:cNvPr>
          <p:cNvSpPr>
            <a:spLocks noGrp="1"/>
          </p:cNvSpPr>
          <p:nvPr>
            <p:ph idx="1"/>
          </p:nvPr>
        </p:nvSpPr>
        <p:spPr/>
        <p:txBody>
          <a:bodyPr/>
          <a:lstStyle/>
          <a:p>
            <a:r>
              <a:rPr lang="fr-BE" dirty="0"/>
              <a:t>Définition</a:t>
            </a:r>
          </a:p>
          <a:p>
            <a:endParaRPr lang="fr-BE" dirty="0"/>
          </a:p>
        </p:txBody>
      </p:sp>
      <p:sp>
        <p:nvSpPr>
          <p:cNvPr id="3" name="Titre 2">
            <a:extLst>
              <a:ext uri="{FF2B5EF4-FFF2-40B4-BE49-F238E27FC236}">
                <a16:creationId xmlns:a16="http://schemas.microsoft.com/office/drawing/2014/main" id="{E348ECF2-50E0-4643-A4B1-FCAFA277D78C}"/>
              </a:ext>
            </a:extLst>
          </p:cNvPr>
          <p:cNvSpPr>
            <a:spLocks noGrp="1"/>
          </p:cNvSpPr>
          <p:nvPr>
            <p:ph type="title"/>
          </p:nvPr>
        </p:nvSpPr>
        <p:spPr/>
        <p:txBody>
          <a:bodyPr/>
          <a:lstStyle/>
          <a:p>
            <a:r>
              <a:rPr lang="fr-BE" dirty="0"/>
              <a:t>Les classes</a:t>
            </a:r>
          </a:p>
        </p:txBody>
      </p:sp>
      <p:sp>
        <p:nvSpPr>
          <p:cNvPr id="4" name="Espace réservé du numéro de diapositive 3">
            <a:extLst>
              <a:ext uri="{FF2B5EF4-FFF2-40B4-BE49-F238E27FC236}">
                <a16:creationId xmlns:a16="http://schemas.microsoft.com/office/drawing/2014/main" id="{9117E222-2CF3-4B60-8C61-3877D7398C9D}"/>
              </a:ext>
            </a:extLst>
          </p:cNvPr>
          <p:cNvSpPr>
            <a:spLocks noGrp="1"/>
          </p:cNvSpPr>
          <p:nvPr>
            <p:ph type="sldNum" sz="quarter" idx="10"/>
          </p:nvPr>
        </p:nvSpPr>
        <p:spPr/>
        <p:txBody>
          <a:bodyPr/>
          <a:lstStyle/>
          <a:p>
            <a:fld id="{26DF9506-C750-44C3-8E12-610AD4C8F1FD}" type="slidenum">
              <a:rPr lang="fr-BE" smtClean="0"/>
              <a:t>3</a:t>
            </a:fld>
            <a:endParaRPr lang="fr-BE"/>
          </a:p>
        </p:txBody>
      </p:sp>
      <p:pic>
        <p:nvPicPr>
          <p:cNvPr id="5" name="Image 4">
            <a:extLst>
              <a:ext uri="{FF2B5EF4-FFF2-40B4-BE49-F238E27FC236}">
                <a16:creationId xmlns:a16="http://schemas.microsoft.com/office/drawing/2014/main" id="{D6A3A927-4CAC-4BBE-92BD-C730234622B3}"/>
              </a:ext>
            </a:extLst>
          </p:cNvPr>
          <p:cNvPicPr>
            <a:picLocks noChangeAspect="1"/>
          </p:cNvPicPr>
          <p:nvPr/>
        </p:nvPicPr>
        <p:blipFill>
          <a:blip r:embed="rId2"/>
          <a:stretch>
            <a:fillRect/>
          </a:stretch>
        </p:blipFill>
        <p:spPr>
          <a:xfrm>
            <a:off x="2440348" y="2431617"/>
            <a:ext cx="4263304" cy="3463250"/>
          </a:xfrm>
          <a:prstGeom prst="rect">
            <a:avLst/>
          </a:prstGeom>
        </p:spPr>
      </p:pic>
      <p:sp>
        <p:nvSpPr>
          <p:cNvPr id="6" name="AutoShape 2" descr="https://euc-powerpoint.officeapps.live.com/pods/GetClipboardImage.ashx?Id=8c034dbc-8e7d-48d3-a452-607cdbaa1e74&amp;DC=GEU2&amp;pkey=28f9b41d-4830-4e39-aea7-d36101f605e5&amp;wdwaccluster=GEU2">
            <a:extLst>
              <a:ext uri="{FF2B5EF4-FFF2-40B4-BE49-F238E27FC236}">
                <a16:creationId xmlns:a16="http://schemas.microsoft.com/office/drawing/2014/main" id="{9A748059-38E6-4BDD-9D53-6BEC4E26282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BE"/>
          </a:p>
        </p:txBody>
      </p:sp>
    </p:spTree>
    <p:extLst>
      <p:ext uri="{BB962C8B-B14F-4D97-AF65-F5344CB8AC3E}">
        <p14:creationId xmlns:p14="http://schemas.microsoft.com/office/powerpoint/2010/main" val="2918787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998249D5-5761-4263-B079-37C170500F71}"/>
              </a:ext>
            </a:extLst>
          </p:cNvPr>
          <p:cNvPicPr>
            <a:picLocks noGrp="1" noChangeAspect="1"/>
          </p:cNvPicPr>
          <p:nvPr>
            <p:ph idx="1"/>
          </p:nvPr>
        </p:nvPicPr>
        <p:blipFill>
          <a:blip r:embed="rId3"/>
          <a:stretch>
            <a:fillRect/>
          </a:stretch>
        </p:blipFill>
        <p:spPr>
          <a:xfrm>
            <a:off x="674032" y="1727502"/>
            <a:ext cx="7795936" cy="655377"/>
          </a:xfrm>
          <a:prstGeom prst="rect">
            <a:avLst/>
          </a:prstGeom>
        </p:spPr>
      </p:pic>
      <p:sp>
        <p:nvSpPr>
          <p:cNvPr id="3" name="Titre 2">
            <a:extLst>
              <a:ext uri="{FF2B5EF4-FFF2-40B4-BE49-F238E27FC236}">
                <a16:creationId xmlns:a16="http://schemas.microsoft.com/office/drawing/2014/main" id="{C0AE35A0-6426-4C3F-9EEA-2792608A58B3}"/>
              </a:ext>
            </a:extLst>
          </p:cNvPr>
          <p:cNvSpPr>
            <a:spLocks noGrp="1"/>
          </p:cNvSpPr>
          <p:nvPr>
            <p:ph type="title"/>
          </p:nvPr>
        </p:nvSpPr>
        <p:spPr/>
        <p:txBody>
          <a:bodyPr/>
          <a:lstStyle/>
          <a:p>
            <a:endParaRPr lang="fr-BE"/>
          </a:p>
        </p:txBody>
      </p:sp>
      <p:pic>
        <p:nvPicPr>
          <p:cNvPr id="6" name="Image 5">
            <a:extLst>
              <a:ext uri="{FF2B5EF4-FFF2-40B4-BE49-F238E27FC236}">
                <a16:creationId xmlns:a16="http://schemas.microsoft.com/office/drawing/2014/main" id="{711AA5E6-82B3-4496-AC37-4D526648253F}"/>
              </a:ext>
            </a:extLst>
          </p:cNvPr>
          <p:cNvPicPr>
            <a:picLocks noChangeAspect="1"/>
          </p:cNvPicPr>
          <p:nvPr/>
        </p:nvPicPr>
        <p:blipFill>
          <a:blip r:embed="rId4"/>
          <a:stretch>
            <a:fillRect/>
          </a:stretch>
        </p:blipFill>
        <p:spPr>
          <a:xfrm>
            <a:off x="436658" y="2382879"/>
            <a:ext cx="3817951" cy="3619814"/>
          </a:xfrm>
          <a:prstGeom prst="rect">
            <a:avLst/>
          </a:prstGeom>
        </p:spPr>
      </p:pic>
      <p:pic>
        <p:nvPicPr>
          <p:cNvPr id="7" name="Image 6">
            <a:extLst>
              <a:ext uri="{FF2B5EF4-FFF2-40B4-BE49-F238E27FC236}">
                <a16:creationId xmlns:a16="http://schemas.microsoft.com/office/drawing/2014/main" id="{F59847F2-93F5-459B-A47C-C5D3FC779000}"/>
              </a:ext>
            </a:extLst>
          </p:cNvPr>
          <p:cNvPicPr>
            <a:picLocks noChangeAspect="1"/>
          </p:cNvPicPr>
          <p:nvPr/>
        </p:nvPicPr>
        <p:blipFill>
          <a:blip r:embed="rId5"/>
          <a:stretch>
            <a:fillRect/>
          </a:stretch>
        </p:blipFill>
        <p:spPr>
          <a:xfrm>
            <a:off x="5613856" y="2854606"/>
            <a:ext cx="2209992" cy="1310754"/>
          </a:xfrm>
          <a:prstGeom prst="rect">
            <a:avLst/>
          </a:prstGeom>
        </p:spPr>
      </p:pic>
      <p:sp>
        <p:nvSpPr>
          <p:cNvPr id="2" name="Espace réservé du numéro de diapositive 1">
            <a:extLst>
              <a:ext uri="{FF2B5EF4-FFF2-40B4-BE49-F238E27FC236}">
                <a16:creationId xmlns:a16="http://schemas.microsoft.com/office/drawing/2014/main" id="{F22FB03C-96FD-4B5B-891B-80F34BB974CD}"/>
              </a:ext>
            </a:extLst>
          </p:cNvPr>
          <p:cNvSpPr>
            <a:spLocks noGrp="1"/>
          </p:cNvSpPr>
          <p:nvPr>
            <p:ph type="sldNum" sz="quarter" idx="10"/>
          </p:nvPr>
        </p:nvSpPr>
        <p:spPr/>
        <p:txBody>
          <a:bodyPr/>
          <a:lstStyle/>
          <a:p>
            <a:fld id="{26DF9506-C750-44C3-8E12-610AD4C8F1FD}" type="slidenum">
              <a:rPr lang="fr-BE" smtClean="0"/>
              <a:t>4</a:t>
            </a:fld>
            <a:endParaRPr lang="fr-BE"/>
          </a:p>
        </p:txBody>
      </p:sp>
    </p:spTree>
    <p:extLst>
      <p:ext uri="{BB962C8B-B14F-4D97-AF65-F5344CB8AC3E}">
        <p14:creationId xmlns:p14="http://schemas.microsoft.com/office/powerpoint/2010/main" val="836861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58D4B1C-80F8-4089-9F38-83A5598C3E23}"/>
              </a:ext>
            </a:extLst>
          </p:cNvPr>
          <p:cNvSpPr>
            <a:spLocks noGrp="1"/>
          </p:cNvSpPr>
          <p:nvPr>
            <p:ph idx="1"/>
          </p:nvPr>
        </p:nvSpPr>
        <p:spPr/>
        <p:txBody>
          <a:bodyPr/>
          <a:lstStyle/>
          <a:p>
            <a:r>
              <a:rPr lang="fr-BE"/>
              <a:t>Expression sémantique : </a:t>
            </a:r>
          </a:p>
          <a:p>
            <a:pPr lvl="1"/>
            <a:r>
              <a:rPr lang="fr-BE"/>
              <a:t>L’objet A </a:t>
            </a:r>
            <a:r>
              <a:rPr lang="fr-BE" b="1"/>
              <a:t>est lié </a:t>
            </a:r>
            <a:r>
              <a:rPr lang="fr-BE"/>
              <a:t>à un Objet B (A </a:t>
            </a:r>
            <a:r>
              <a:rPr lang="fr-BE" b="1" err="1"/>
              <a:t>a</a:t>
            </a:r>
            <a:r>
              <a:rPr lang="fr-BE" b="1"/>
              <a:t> un </a:t>
            </a:r>
            <a:r>
              <a:rPr lang="fr-BE"/>
              <a:t>B )</a:t>
            </a:r>
          </a:p>
        </p:txBody>
      </p:sp>
      <p:sp>
        <p:nvSpPr>
          <p:cNvPr id="3" name="Titre 2">
            <a:extLst>
              <a:ext uri="{FF2B5EF4-FFF2-40B4-BE49-F238E27FC236}">
                <a16:creationId xmlns:a16="http://schemas.microsoft.com/office/drawing/2014/main" id="{FC73787A-DE4D-48D9-B6E6-7B3194862DD9}"/>
              </a:ext>
            </a:extLst>
          </p:cNvPr>
          <p:cNvSpPr>
            <a:spLocks noGrp="1"/>
          </p:cNvSpPr>
          <p:nvPr>
            <p:ph type="title"/>
          </p:nvPr>
        </p:nvSpPr>
        <p:spPr/>
        <p:txBody>
          <a:bodyPr/>
          <a:lstStyle/>
          <a:p>
            <a:r>
              <a:rPr lang="fr-BE"/>
              <a:t>Association </a:t>
            </a:r>
          </a:p>
        </p:txBody>
      </p:sp>
      <p:pic>
        <p:nvPicPr>
          <p:cNvPr id="4" name="Image 3">
            <a:extLst>
              <a:ext uri="{FF2B5EF4-FFF2-40B4-BE49-F238E27FC236}">
                <a16:creationId xmlns:a16="http://schemas.microsoft.com/office/drawing/2014/main" id="{76312CC7-F4C3-4BE8-88E8-6CCB7544B348}"/>
              </a:ext>
            </a:extLst>
          </p:cNvPr>
          <p:cNvPicPr>
            <a:picLocks noChangeAspect="1"/>
          </p:cNvPicPr>
          <p:nvPr/>
        </p:nvPicPr>
        <p:blipFill>
          <a:blip r:embed="rId3"/>
          <a:stretch>
            <a:fillRect/>
          </a:stretch>
        </p:blipFill>
        <p:spPr>
          <a:xfrm>
            <a:off x="392068" y="2799739"/>
            <a:ext cx="8359864" cy="2636748"/>
          </a:xfrm>
          <a:prstGeom prst="rect">
            <a:avLst/>
          </a:prstGeom>
        </p:spPr>
      </p:pic>
      <p:pic>
        <p:nvPicPr>
          <p:cNvPr id="5" name="Image 4">
            <a:extLst>
              <a:ext uri="{FF2B5EF4-FFF2-40B4-BE49-F238E27FC236}">
                <a16:creationId xmlns:a16="http://schemas.microsoft.com/office/drawing/2014/main" id="{F82B921A-6588-4222-BE73-85990EB96A60}"/>
              </a:ext>
            </a:extLst>
          </p:cNvPr>
          <p:cNvPicPr>
            <a:picLocks noChangeAspect="1"/>
          </p:cNvPicPr>
          <p:nvPr/>
        </p:nvPicPr>
        <p:blipFill>
          <a:blip r:embed="rId4"/>
          <a:stretch>
            <a:fillRect/>
          </a:stretch>
        </p:blipFill>
        <p:spPr>
          <a:xfrm>
            <a:off x="502567" y="3006309"/>
            <a:ext cx="8138865" cy="2568163"/>
          </a:xfrm>
          <a:prstGeom prst="rect">
            <a:avLst/>
          </a:prstGeom>
        </p:spPr>
      </p:pic>
      <p:sp>
        <p:nvSpPr>
          <p:cNvPr id="6" name="Espace réservé du numéro de diapositive 5">
            <a:extLst>
              <a:ext uri="{FF2B5EF4-FFF2-40B4-BE49-F238E27FC236}">
                <a16:creationId xmlns:a16="http://schemas.microsoft.com/office/drawing/2014/main" id="{A1239D82-B457-46AE-AB4F-EC431C1E3971}"/>
              </a:ext>
            </a:extLst>
          </p:cNvPr>
          <p:cNvSpPr>
            <a:spLocks noGrp="1"/>
          </p:cNvSpPr>
          <p:nvPr>
            <p:ph type="sldNum" sz="quarter" idx="10"/>
          </p:nvPr>
        </p:nvSpPr>
        <p:spPr/>
        <p:txBody>
          <a:bodyPr/>
          <a:lstStyle/>
          <a:p>
            <a:fld id="{26DF9506-C750-44C3-8E12-610AD4C8F1FD}" type="slidenum">
              <a:rPr lang="fr-BE" smtClean="0"/>
              <a:t>5</a:t>
            </a:fld>
            <a:endParaRPr lang="fr-BE"/>
          </a:p>
        </p:txBody>
      </p:sp>
    </p:spTree>
    <p:extLst>
      <p:ext uri="{BB962C8B-B14F-4D97-AF65-F5344CB8AC3E}">
        <p14:creationId xmlns:p14="http://schemas.microsoft.com/office/powerpoint/2010/main" val="292944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F4E52EA0-5E08-4169-8273-A379C7460283}"/>
              </a:ext>
            </a:extLst>
          </p:cNvPr>
          <p:cNvPicPr>
            <a:picLocks noGrp="1" noChangeAspect="1"/>
          </p:cNvPicPr>
          <p:nvPr>
            <p:ph idx="1"/>
          </p:nvPr>
        </p:nvPicPr>
        <p:blipFill>
          <a:blip r:embed="rId3"/>
          <a:stretch>
            <a:fillRect/>
          </a:stretch>
        </p:blipFill>
        <p:spPr>
          <a:xfrm>
            <a:off x="585693" y="1413853"/>
            <a:ext cx="7475868" cy="2263336"/>
          </a:xfrm>
          <a:prstGeom prst="rect">
            <a:avLst/>
          </a:prstGeom>
        </p:spPr>
      </p:pic>
      <p:sp>
        <p:nvSpPr>
          <p:cNvPr id="3" name="Titre 2">
            <a:extLst>
              <a:ext uri="{FF2B5EF4-FFF2-40B4-BE49-F238E27FC236}">
                <a16:creationId xmlns:a16="http://schemas.microsoft.com/office/drawing/2014/main" id="{F23DBC47-7347-4729-82E0-998AB6EB1BB2}"/>
              </a:ext>
            </a:extLst>
          </p:cNvPr>
          <p:cNvSpPr>
            <a:spLocks noGrp="1"/>
          </p:cNvSpPr>
          <p:nvPr>
            <p:ph type="title"/>
          </p:nvPr>
        </p:nvSpPr>
        <p:spPr/>
        <p:txBody>
          <a:bodyPr/>
          <a:lstStyle/>
          <a:p>
            <a:r>
              <a:rPr lang="fr-BE"/>
              <a:t>Exemple </a:t>
            </a:r>
          </a:p>
        </p:txBody>
      </p:sp>
      <p:pic>
        <p:nvPicPr>
          <p:cNvPr id="5" name="Image 4">
            <a:extLst>
              <a:ext uri="{FF2B5EF4-FFF2-40B4-BE49-F238E27FC236}">
                <a16:creationId xmlns:a16="http://schemas.microsoft.com/office/drawing/2014/main" id="{62ADDF36-9487-405B-A7F5-420CE56EB5B5}"/>
              </a:ext>
            </a:extLst>
          </p:cNvPr>
          <p:cNvPicPr>
            <a:picLocks noChangeAspect="1"/>
          </p:cNvPicPr>
          <p:nvPr/>
        </p:nvPicPr>
        <p:blipFill>
          <a:blip r:embed="rId4"/>
          <a:stretch>
            <a:fillRect/>
          </a:stretch>
        </p:blipFill>
        <p:spPr>
          <a:xfrm>
            <a:off x="1869300" y="3766640"/>
            <a:ext cx="5776461" cy="701101"/>
          </a:xfrm>
          <a:prstGeom prst="rect">
            <a:avLst/>
          </a:prstGeom>
        </p:spPr>
      </p:pic>
      <p:pic>
        <p:nvPicPr>
          <p:cNvPr id="6" name="Image 5">
            <a:extLst>
              <a:ext uri="{FF2B5EF4-FFF2-40B4-BE49-F238E27FC236}">
                <a16:creationId xmlns:a16="http://schemas.microsoft.com/office/drawing/2014/main" id="{8B2FC141-6E0C-4DAD-81B8-6AD25F16EDE9}"/>
              </a:ext>
            </a:extLst>
          </p:cNvPr>
          <p:cNvPicPr>
            <a:picLocks noChangeAspect="1"/>
          </p:cNvPicPr>
          <p:nvPr/>
        </p:nvPicPr>
        <p:blipFill>
          <a:blip r:embed="rId5"/>
          <a:stretch>
            <a:fillRect/>
          </a:stretch>
        </p:blipFill>
        <p:spPr>
          <a:xfrm>
            <a:off x="1776536" y="4680477"/>
            <a:ext cx="5662151" cy="571550"/>
          </a:xfrm>
          <a:prstGeom prst="rect">
            <a:avLst/>
          </a:prstGeom>
        </p:spPr>
      </p:pic>
      <p:pic>
        <p:nvPicPr>
          <p:cNvPr id="7" name="Image 6">
            <a:extLst>
              <a:ext uri="{FF2B5EF4-FFF2-40B4-BE49-F238E27FC236}">
                <a16:creationId xmlns:a16="http://schemas.microsoft.com/office/drawing/2014/main" id="{FEA97760-49B9-4A93-9EE2-6BD009325D1E}"/>
              </a:ext>
            </a:extLst>
          </p:cNvPr>
          <p:cNvPicPr>
            <a:picLocks noChangeAspect="1"/>
          </p:cNvPicPr>
          <p:nvPr/>
        </p:nvPicPr>
        <p:blipFill>
          <a:blip r:embed="rId6"/>
          <a:stretch>
            <a:fillRect/>
          </a:stretch>
        </p:blipFill>
        <p:spPr>
          <a:xfrm>
            <a:off x="1687580" y="5442479"/>
            <a:ext cx="5768840" cy="777307"/>
          </a:xfrm>
          <a:prstGeom prst="rect">
            <a:avLst/>
          </a:prstGeom>
        </p:spPr>
      </p:pic>
      <p:sp>
        <p:nvSpPr>
          <p:cNvPr id="2" name="Espace réservé du numéro de diapositive 1">
            <a:extLst>
              <a:ext uri="{FF2B5EF4-FFF2-40B4-BE49-F238E27FC236}">
                <a16:creationId xmlns:a16="http://schemas.microsoft.com/office/drawing/2014/main" id="{110D24DE-ECBF-46CC-97EE-C3F5C2F62490}"/>
              </a:ext>
            </a:extLst>
          </p:cNvPr>
          <p:cNvSpPr>
            <a:spLocks noGrp="1"/>
          </p:cNvSpPr>
          <p:nvPr>
            <p:ph type="sldNum" sz="quarter" idx="10"/>
          </p:nvPr>
        </p:nvSpPr>
        <p:spPr/>
        <p:txBody>
          <a:bodyPr/>
          <a:lstStyle/>
          <a:p>
            <a:fld id="{26DF9506-C750-44C3-8E12-610AD4C8F1FD}" type="slidenum">
              <a:rPr lang="fr-BE" smtClean="0"/>
              <a:t>6</a:t>
            </a:fld>
            <a:endParaRPr lang="fr-BE"/>
          </a:p>
        </p:txBody>
      </p:sp>
    </p:spTree>
    <p:extLst>
      <p:ext uri="{BB962C8B-B14F-4D97-AF65-F5344CB8AC3E}">
        <p14:creationId xmlns:p14="http://schemas.microsoft.com/office/powerpoint/2010/main" val="697502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0F5E8E59-C94F-4647-9FB3-39D8ECA6B2B2}"/>
              </a:ext>
            </a:extLst>
          </p:cNvPr>
          <p:cNvSpPr>
            <a:spLocks noGrp="1"/>
          </p:cNvSpPr>
          <p:nvPr>
            <p:ph idx="1"/>
          </p:nvPr>
        </p:nvSpPr>
        <p:spPr/>
        <p:txBody>
          <a:bodyPr/>
          <a:lstStyle/>
          <a:p>
            <a:r>
              <a:rPr lang="fr-BE"/>
              <a:t>Expression sémantique : </a:t>
            </a:r>
          </a:p>
          <a:p>
            <a:pPr lvl="1"/>
            <a:r>
              <a:rPr lang="fr-BE"/>
              <a:t>L’objet A </a:t>
            </a:r>
            <a:r>
              <a:rPr lang="fr-BE" b="1"/>
              <a:t>est</a:t>
            </a:r>
            <a:r>
              <a:rPr lang="fr-BE"/>
              <a:t> </a:t>
            </a:r>
            <a:r>
              <a:rPr lang="fr-BE" b="1"/>
              <a:t>composé</a:t>
            </a:r>
            <a:r>
              <a:rPr lang="fr-BE"/>
              <a:t> de l’objet B </a:t>
            </a:r>
          </a:p>
          <a:p>
            <a:pPr lvl="1"/>
            <a:r>
              <a:rPr lang="fr-BE"/>
              <a:t>Les cycles de vies des objets A et B sont </a:t>
            </a:r>
            <a:r>
              <a:rPr lang="fr-BE" b="1"/>
              <a:t>indépendants</a:t>
            </a:r>
            <a:r>
              <a:rPr lang="fr-BE"/>
              <a:t> </a:t>
            </a:r>
          </a:p>
        </p:txBody>
      </p:sp>
      <p:sp>
        <p:nvSpPr>
          <p:cNvPr id="3" name="Titre 2">
            <a:extLst>
              <a:ext uri="{FF2B5EF4-FFF2-40B4-BE49-F238E27FC236}">
                <a16:creationId xmlns:a16="http://schemas.microsoft.com/office/drawing/2014/main" id="{64A44907-8DC2-499F-8E75-911EC53F557C}"/>
              </a:ext>
            </a:extLst>
          </p:cNvPr>
          <p:cNvSpPr>
            <a:spLocks noGrp="1"/>
          </p:cNvSpPr>
          <p:nvPr>
            <p:ph type="title"/>
          </p:nvPr>
        </p:nvSpPr>
        <p:spPr/>
        <p:txBody>
          <a:bodyPr/>
          <a:lstStyle/>
          <a:p>
            <a:r>
              <a:rPr lang="fr-BE"/>
              <a:t>Agrégation </a:t>
            </a:r>
          </a:p>
        </p:txBody>
      </p:sp>
      <p:pic>
        <p:nvPicPr>
          <p:cNvPr id="4" name="Image 3">
            <a:extLst>
              <a:ext uri="{FF2B5EF4-FFF2-40B4-BE49-F238E27FC236}">
                <a16:creationId xmlns:a16="http://schemas.microsoft.com/office/drawing/2014/main" id="{F3BDB0B1-9804-4C3C-96C5-D0B1381A3894}"/>
              </a:ext>
            </a:extLst>
          </p:cNvPr>
          <p:cNvPicPr>
            <a:picLocks noChangeAspect="1"/>
          </p:cNvPicPr>
          <p:nvPr/>
        </p:nvPicPr>
        <p:blipFill>
          <a:blip r:embed="rId3"/>
          <a:stretch>
            <a:fillRect/>
          </a:stretch>
        </p:blipFill>
        <p:spPr>
          <a:xfrm>
            <a:off x="2722195" y="3936567"/>
            <a:ext cx="3063505" cy="853514"/>
          </a:xfrm>
          <a:prstGeom prst="rect">
            <a:avLst/>
          </a:prstGeom>
        </p:spPr>
      </p:pic>
      <p:sp>
        <p:nvSpPr>
          <p:cNvPr id="5" name="Espace réservé du numéro de diapositive 4">
            <a:extLst>
              <a:ext uri="{FF2B5EF4-FFF2-40B4-BE49-F238E27FC236}">
                <a16:creationId xmlns:a16="http://schemas.microsoft.com/office/drawing/2014/main" id="{D709E3D7-17CB-4FE1-A547-1BC58D2191B6}"/>
              </a:ext>
            </a:extLst>
          </p:cNvPr>
          <p:cNvSpPr>
            <a:spLocks noGrp="1"/>
          </p:cNvSpPr>
          <p:nvPr>
            <p:ph type="sldNum" sz="quarter" idx="10"/>
          </p:nvPr>
        </p:nvSpPr>
        <p:spPr/>
        <p:txBody>
          <a:bodyPr/>
          <a:lstStyle/>
          <a:p>
            <a:fld id="{26DF9506-C750-44C3-8E12-610AD4C8F1FD}" type="slidenum">
              <a:rPr lang="fr-BE" smtClean="0"/>
              <a:t>7</a:t>
            </a:fld>
            <a:endParaRPr lang="fr-BE"/>
          </a:p>
        </p:txBody>
      </p:sp>
    </p:spTree>
    <p:extLst>
      <p:ext uri="{BB962C8B-B14F-4D97-AF65-F5344CB8AC3E}">
        <p14:creationId xmlns:p14="http://schemas.microsoft.com/office/powerpoint/2010/main" val="943582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03149B74-1B59-4E57-AC10-74E74B91B2CB}"/>
              </a:ext>
            </a:extLst>
          </p:cNvPr>
          <p:cNvSpPr>
            <a:spLocks noGrp="1"/>
          </p:cNvSpPr>
          <p:nvPr>
            <p:ph idx="1"/>
          </p:nvPr>
        </p:nvSpPr>
        <p:spPr>
          <a:xfrm>
            <a:off x="318977" y="1938118"/>
            <a:ext cx="8539273" cy="4076412"/>
          </a:xfrm>
        </p:spPr>
        <p:txBody>
          <a:bodyPr/>
          <a:lstStyle/>
          <a:p>
            <a:r>
              <a:rPr lang="fr-BE"/>
              <a:t>Exemple : </a:t>
            </a:r>
          </a:p>
          <a:p>
            <a:pPr lvl="1"/>
            <a:r>
              <a:rPr lang="fr-BE"/>
              <a:t>Un ordinateur est composé d’un disque dur </a:t>
            </a:r>
          </a:p>
        </p:txBody>
      </p:sp>
      <p:sp>
        <p:nvSpPr>
          <p:cNvPr id="3" name="Titre 2">
            <a:extLst>
              <a:ext uri="{FF2B5EF4-FFF2-40B4-BE49-F238E27FC236}">
                <a16:creationId xmlns:a16="http://schemas.microsoft.com/office/drawing/2014/main" id="{B4BA8AAB-97EF-4B81-BA33-24662BA488F4}"/>
              </a:ext>
            </a:extLst>
          </p:cNvPr>
          <p:cNvSpPr>
            <a:spLocks noGrp="1"/>
          </p:cNvSpPr>
          <p:nvPr>
            <p:ph type="title"/>
          </p:nvPr>
        </p:nvSpPr>
        <p:spPr/>
        <p:txBody>
          <a:bodyPr/>
          <a:lstStyle/>
          <a:p>
            <a:endParaRPr lang="fr-BE"/>
          </a:p>
        </p:txBody>
      </p:sp>
      <p:pic>
        <p:nvPicPr>
          <p:cNvPr id="4" name="Image 3">
            <a:extLst>
              <a:ext uri="{FF2B5EF4-FFF2-40B4-BE49-F238E27FC236}">
                <a16:creationId xmlns:a16="http://schemas.microsoft.com/office/drawing/2014/main" id="{2EF1E4A3-0A12-4A7C-9D1E-D12B127D646D}"/>
              </a:ext>
            </a:extLst>
          </p:cNvPr>
          <p:cNvPicPr>
            <a:picLocks noChangeAspect="1"/>
          </p:cNvPicPr>
          <p:nvPr/>
        </p:nvPicPr>
        <p:blipFill>
          <a:blip r:embed="rId3"/>
          <a:stretch>
            <a:fillRect/>
          </a:stretch>
        </p:blipFill>
        <p:spPr>
          <a:xfrm>
            <a:off x="1448228" y="2971760"/>
            <a:ext cx="5425910" cy="914479"/>
          </a:xfrm>
          <a:prstGeom prst="rect">
            <a:avLst/>
          </a:prstGeom>
        </p:spPr>
      </p:pic>
      <p:pic>
        <p:nvPicPr>
          <p:cNvPr id="5" name="Image 4">
            <a:extLst>
              <a:ext uri="{FF2B5EF4-FFF2-40B4-BE49-F238E27FC236}">
                <a16:creationId xmlns:a16="http://schemas.microsoft.com/office/drawing/2014/main" id="{A54A0816-6E7D-48B1-840A-AB89F7C45937}"/>
              </a:ext>
            </a:extLst>
          </p:cNvPr>
          <p:cNvPicPr>
            <a:picLocks noChangeAspect="1"/>
          </p:cNvPicPr>
          <p:nvPr/>
        </p:nvPicPr>
        <p:blipFill>
          <a:blip r:embed="rId4"/>
          <a:stretch>
            <a:fillRect/>
          </a:stretch>
        </p:blipFill>
        <p:spPr>
          <a:xfrm>
            <a:off x="1126843" y="4515986"/>
            <a:ext cx="5883150" cy="807790"/>
          </a:xfrm>
          <a:prstGeom prst="rect">
            <a:avLst/>
          </a:prstGeom>
        </p:spPr>
      </p:pic>
      <p:sp>
        <p:nvSpPr>
          <p:cNvPr id="6" name="Espace réservé du numéro de diapositive 5">
            <a:extLst>
              <a:ext uri="{FF2B5EF4-FFF2-40B4-BE49-F238E27FC236}">
                <a16:creationId xmlns:a16="http://schemas.microsoft.com/office/drawing/2014/main" id="{8E539EA0-E8E8-4C86-A1D9-7D888A6C4A99}"/>
              </a:ext>
            </a:extLst>
          </p:cNvPr>
          <p:cNvSpPr>
            <a:spLocks noGrp="1"/>
          </p:cNvSpPr>
          <p:nvPr>
            <p:ph type="sldNum" sz="quarter" idx="10"/>
          </p:nvPr>
        </p:nvSpPr>
        <p:spPr/>
        <p:txBody>
          <a:bodyPr/>
          <a:lstStyle/>
          <a:p>
            <a:fld id="{26DF9506-C750-44C3-8E12-610AD4C8F1FD}" type="slidenum">
              <a:rPr lang="fr-BE" smtClean="0"/>
              <a:t>8</a:t>
            </a:fld>
            <a:endParaRPr lang="fr-BE"/>
          </a:p>
        </p:txBody>
      </p:sp>
    </p:spTree>
    <p:extLst>
      <p:ext uri="{BB962C8B-B14F-4D97-AF65-F5344CB8AC3E}">
        <p14:creationId xmlns:p14="http://schemas.microsoft.com/office/powerpoint/2010/main" val="1489044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D093CB-C9BE-4D0C-9270-5A26C8AB2BCB}"/>
              </a:ext>
            </a:extLst>
          </p:cNvPr>
          <p:cNvSpPr>
            <a:spLocks noGrp="1"/>
          </p:cNvSpPr>
          <p:nvPr>
            <p:ph idx="1"/>
          </p:nvPr>
        </p:nvSpPr>
        <p:spPr/>
        <p:txBody>
          <a:bodyPr/>
          <a:lstStyle/>
          <a:p>
            <a:r>
              <a:rPr lang="fr-BE"/>
              <a:t>Expression sémantique : </a:t>
            </a:r>
          </a:p>
          <a:p>
            <a:pPr lvl="1"/>
            <a:r>
              <a:rPr lang="fr-BE"/>
              <a:t>L’objet A est composé de l’objet B </a:t>
            </a:r>
          </a:p>
          <a:p>
            <a:pPr lvl="1"/>
            <a:r>
              <a:rPr lang="fr-BE"/>
              <a:t>Le cycle de vie de l’objet B dépend de A </a:t>
            </a:r>
          </a:p>
          <a:p>
            <a:pPr lvl="1"/>
            <a:endParaRPr lang="fr-BE"/>
          </a:p>
          <a:p>
            <a:pPr marL="457200" lvl="1" indent="0">
              <a:buNone/>
            </a:pPr>
            <a:endParaRPr lang="fr-BE"/>
          </a:p>
        </p:txBody>
      </p:sp>
      <p:sp>
        <p:nvSpPr>
          <p:cNvPr id="3" name="Titre 2">
            <a:extLst>
              <a:ext uri="{FF2B5EF4-FFF2-40B4-BE49-F238E27FC236}">
                <a16:creationId xmlns:a16="http://schemas.microsoft.com/office/drawing/2014/main" id="{E6EBEB27-DA88-4CFC-B348-5213030DECAF}"/>
              </a:ext>
            </a:extLst>
          </p:cNvPr>
          <p:cNvSpPr>
            <a:spLocks noGrp="1"/>
          </p:cNvSpPr>
          <p:nvPr>
            <p:ph type="title"/>
          </p:nvPr>
        </p:nvSpPr>
        <p:spPr/>
        <p:txBody>
          <a:bodyPr/>
          <a:lstStyle/>
          <a:p>
            <a:r>
              <a:rPr lang="fr-BE"/>
              <a:t>Composition </a:t>
            </a:r>
          </a:p>
        </p:txBody>
      </p:sp>
      <p:pic>
        <p:nvPicPr>
          <p:cNvPr id="4" name="Image 3">
            <a:extLst>
              <a:ext uri="{FF2B5EF4-FFF2-40B4-BE49-F238E27FC236}">
                <a16:creationId xmlns:a16="http://schemas.microsoft.com/office/drawing/2014/main" id="{2E23AEF2-4D0F-4252-91F6-B071DE78DE81}"/>
              </a:ext>
            </a:extLst>
          </p:cNvPr>
          <p:cNvPicPr>
            <a:picLocks noChangeAspect="1"/>
          </p:cNvPicPr>
          <p:nvPr/>
        </p:nvPicPr>
        <p:blipFill>
          <a:blip r:embed="rId3"/>
          <a:stretch>
            <a:fillRect/>
          </a:stretch>
        </p:blipFill>
        <p:spPr>
          <a:xfrm>
            <a:off x="2658426" y="4040059"/>
            <a:ext cx="2872989" cy="739204"/>
          </a:xfrm>
          <a:prstGeom prst="rect">
            <a:avLst/>
          </a:prstGeom>
        </p:spPr>
      </p:pic>
      <p:sp>
        <p:nvSpPr>
          <p:cNvPr id="5" name="Espace réservé du numéro de diapositive 4">
            <a:extLst>
              <a:ext uri="{FF2B5EF4-FFF2-40B4-BE49-F238E27FC236}">
                <a16:creationId xmlns:a16="http://schemas.microsoft.com/office/drawing/2014/main" id="{CA3B482C-7F61-403C-943B-C37BB75107C4}"/>
              </a:ext>
            </a:extLst>
          </p:cNvPr>
          <p:cNvSpPr>
            <a:spLocks noGrp="1"/>
          </p:cNvSpPr>
          <p:nvPr>
            <p:ph type="sldNum" sz="quarter" idx="10"/>
          </p:nvPr>
        </p:nvSpPr>
        <p:spPr/>
        <p:txBody>
          <a:bodyPr/>
          <a:lstStyle/>
          <a:p>
            <a:fld id="{26DF9506-C750-44C3-8E12-610AD4C8F1FD}" type="slidenum">
              <a:rPr lang="fr-BE" smtClean="0"/>
              <a:t>9</a:t>
            </a:fld>
            <a:endParaRPr lang="fr-BE"/>
          </a:p>
        </p:txBody>
      </p:sp>
    </p:spTree>
    <p:extLst>
      <p:ext uri="{BB962C8B-B14F-4D97-AF65-F5344CB8AC3E}">
        <p14:creationId xmlns:p14="http://schemas.microsoft.com/office/powerpoint/2010/main" val="2081079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11BDE9E4-5205-4966-BC99-0490B9998140}"/>
              </a:ext>
            </a:extLst>
          </p:cNvPr>
          <p:cNvSpPr>
            <a:spLocks noGrp="1"/>
          </p:cNvSpPr>
          <p:nvPr>
            <p:ph idx="1"/>
          </p:nvPr>
        </p:nvSpPr>
        <p:spPr/>
        <p:txBody>
          <a:bodyPr/>
          <a:lstStyle/>
          <a:p>
            <a:r>
              <a:rPr lang="fr-BE"/>
              <a:t>Exemple : </a:t>
            </a:r>
          </a:p>
          <a:p>
            <a:pPr lvl="1"/>
            <a:r>
              <a:rPr lang="fr-BE"/>
              <a:t>Un livre est composé de plusieurs pages </a:t>
            </a:r>
          </a:p>
          <a:p>
            <a:pPr lvl="1"/>
            <a:endParaRPr lang="fr-BE"/>
          </a:p>
          <a:p>
            <a:pPr marL="457200" lvl="1" indent="0">
              <a:buNone/>
            </a:pPr>
            <a:endParaRPr lang="fr-BE"/>
          </a:p>
        </p:txBody>
      </p:sp>
      <p:sp>
        <p:nvSpPr>
          <p:cNvPr id="3" name="Titre 2">
            <a:extLst>
              <a:ext uri="{FF2B5EF4-FFF2-40B4-BE49-F238E27FC236}">
                <a16:creationId xmlns:a16="http://schemas.microsoft.com/office/drawing/2014/main" id="{C10F7010-1C49-4F5A-9400-4AC6115643E6}"/>
              </a:ext>
            </a:extLst>
          </p:cNvPr>
          <p:cNvSpPr>
            <a:spLocks noGrp="1"/>
          </p:cNvSpPr>
          <p:nvPr>
            <p:ph type="title"/>
          </p:nvPr>
        </p:nvSpPr>
        <p:spPr/>
        <p:txBody>
          <a:bodyPr/>
          <a:lstStyle/>
          <a:p>
            <a:endParaRPr lang="fr-BE"/>
          </a:p>
        </p:txBody>
      </p:sp>
      <p:pic>
        <p:nvPicPr>
          <p:cNvPr id="4" name="Image 3">
            <a:extLst>
              <a:ext uri="{FF2B5EF4-FFF2-40B4-BE49-F238E27FC236}">
                <a16:creationId xmlns:a16="http://schemas.microsoft.com/office/drawing/2014/main" id="{09B5DE24-6F78-474C-A879-B4473288689E}"/>
              </a:ext>
            </a:extLst>
          </p:cNvPr>
          <p:cNvPicPr>
            <a:picLocks noChangeAspect="1"/>
          </p:cNvPicPr>
          <p:nvPr/>
        </p:nvPicPr>
        <p:blipFill>
          <a:blip r:embed="rId3"/>
          <a:stretch>
            <a:fillRect/>
          </a:stretch>
        </p:blipFill>
        <p:spPr>
          <a:xfrm>
            <a:off x="1232356" y="3059398"/>
            <a:ext cx="6043184" cy="739204"/>
          </a:xfrm>
          <a:prstGeom prst="rect">
            <a:avLst/>
          </a:prstGeom>
        </p:spPr>
      </p:pic>
      <p:sp>
        <p:nvSpPr>
          <p:cNvPr id="5" name="Espace réservé du numéro de diapositive 4">
            <a:extLst>
              <a:ext uri="{FF2B5EF4-FFF2-40B4-BE49-F238E27FC236}">
                <a16:creationId xmlns:a16="http://schemas.microsoft.com/office/drawing/2014/main" id="{55091EEC-12B6-4E3B-A8DF-0832AF822881}"/>
              </a:ext>
            </a:extLst>
          </p:cNvPr>
          <p:cNvSpPr>
            <a:spLocks noGrp="1"/>
          </p:cNvSpPr>
          <p:nvPr>
            <p:ph type="sldNum" sz="quarter" idx="10"/>
          </p:nvPr>
        </p:nvSpPr>
        <p:spPr/>
        <p:txBody>
          <a:bodyPr/>
          <a:lstStyle/>
          <a:p>
            <a:fld id="{26DF9506-C750-44C3-8E12-610AD4C8F1FD}" type="slidenum">
              <a:rPr lang="fr-BE" smtClean="0"/>
              <a:t>10</a:t>
            </a:fld>
            <a:endParaRPr lang="fr-BE"/>
          </a:p>
        </p:txBody>
      </p:sp>
    </p:spTree>
    <p:extLst>
      <p:ext uri="{BB962C8B-B14F-4D97-AF65-F5344CB8AC3E}">
        <p14:creationId xmlns:p14="http://schemas.microsoft.com/office/powerpoint/2010/main" val="3978122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F9DBBAC0-DC8C-4E84-9529-39222AFF1260}"/>
              </a:ext>
            </a:extLst>
          </p:cNvPr>
          <p:cNvPicPr>
            <a:picLocks noGrp="1" noChangeAspect="1"/>
          </p:cNvPicPr>
          <p:nvPr>
            <p:ph idx="1"/>
          </p:nvPr>
        </p:nvPicPr>
        <p:blipFill>
          <a:blip r:embed="rId2"/>
          <a:stretch>
            <a:fillRect/>
          </a:stretch>
        </p:blipFill>
        <p:spPr>
          <a:xfrm>
            <a:off x="319088" y="2140630"/>
            <a:ext cx="8539162" cy="3592740"/>
          </a:xfrm>
          <a:prstGeom prst="rect">
            <a:avLst/>
          </a:prstGeom>
        </p:spPr>
      </p:pic>
      <p:sp>
        <p:nvSpPr>
          <p:cNvPr id="3" name="Titre 2">
            <a:extLst>
              <a:ext uri="{FF2B5EF4-FFF2-40B4-BE49-F238E27FC236}">
                <a16:creationId xmlns:a16="http://schemas.microsoft.com/office/drawing/2014/main" id="{EF4B5C70-38DB-431E-B4E7-AB2CE3E2DFF6}"/>
              </a:ext>
            </a:extLst>
          </p:cNvPr>
          <p:cNvSpPr>
            <a:spLocks noGrp="1"/>
          </p:cNvSpPr>
          <p:nvPr>
            <p:ph type="title"/>
          </p:nvPr>
        </p:nvSpPr>
        <p:spPr/>
        <p:txBody>
          <a:bodyPr/>
          <a:lstStyle/>
          <a:p>
            <a:r>
              <a:rPr lang="fr-BE"/>
              <a:t>Résumé </a:t>
            </a:r>
          </a:p>
        </p:txBody>
      </p:sp>
      <p:sp>
        <p:nvSpPr>
          <p:cNvPr id="2" name="Espace réservé du numéro de diapositive 1">
            <a:extLst>
              <a:ext uri="{FF2B5EF4-FFF2-40B4-BE49-F238E27FC236}">
                <a16:creationId xmlns:a16="http://schemas.microsoft.com/office/drawing/2014/main" id="{52148EF8-E0EE-4CE2-92AD-EAF26CC7DD6D}"/>
              </a:ext>
            </a:extLst>
          </p:cNvPr>
          <p:cNvSpPr>
            <a:spLocks noGrp="1"/>
          </p:cNvSpPr>
          <p:nvPr>
            <p:ph type="sldNum" sz="quarter" idx="10"/>
          </p:nvPr>
        </p:nvSpPr>
        <p:spPr/>
        <p:txBody>
          <a:bodyPr/>
          <a:lstStyle/>
          <a:p>
            <a:fld id="{26DF9506-C750-44C3-8E12-610AD4C8F1FD}" type="slidenum">
              <a:rPr lang="fr-BE" smtClean="0"/>
              <a:t>11</a:t>
            </a:fld>
            <a:endParaRPr lang="fr-BE"/>
          </a:p>
        </p:txBody>
      </p:sp>
    </p:spTree>
    <p:extLst>
      <p:ext uri="{BB962C8B-B14F-4D97-AF65-F5344CB8AC3E}">
        <p14:creationId xmlns:p14="http://schemas.microsoft.com/office/powerpoint/2010/main" val="3331620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D2862CFA-666B-4957-AA80-3876D47FD150}"/>
              </a:ext>
            </a:extLst>
          </p:cNvPr>
          <p:cNvSpPr>
            <a:spLocks noGrp="1"/>
          </p:cNvSpPr>
          <p:nvPr>
            <p:ph idx="1"/>
          </p:nvPr>
        </p:nvSpPr>
        <p:spPr>
          <a:xfrm>
            <a:off x="318977" y="1404851"/>
            <a:ext cx="8539273" cy="4569922"/>
          </a:xfrm>
        </p:spPr>
        <p:txBody>
          <a:bodyPr/>
          <a:lstStyle/>
          <a:p>
            <a:r>
              <a:rPr lang="fr-BE" dirty="0"/>
              <a:t>Méthodes</a:t>
            </a:r>
          </a:p>
          <a:p>
            <a:endParaRPr lang="fr-BE" dirty="0"/>
          </a:p>
          <a:p>
            <a:endParaRPr lang="fr-BE" dirty="0"/>
          </a:p>
          <a:p>
            <a:endParaRPr lang="fr-BE" dirty="0"/>
          </a:p>
          <a:p>
            <a:endParaRPr lang="fr-BE" dirty="0"/>
          </a:p>
          <a:p>
            <a:r>
              <a:rPr lang="fr-BE" dirty="0"/>
              <a:t>Méthodes spéciales</a:t>
            </a:r>
          </a:p>
          <a:p>
            <a:pPr marL="457200" lvl="1" indent="0">
              <a:buNone/>
            </a:pPr>
            <a:r>
              <a:rPr lang="fr-BE" dirty="0"/>
              <a:t>__</a:t>
            </a:r>
            <a:r>
              <a:rPr lang="fr-BE" dirty="0" err="1"/>
              <a:t>repr</a:t>
            </a:r>
            <a:r>
              <a:rPr lang="fr-BE" dirty="0"/>
              <a:t>__ , __</a:t>
            </a:r>
            <a:r>
              <a:rPr lang="fr-BE" dirty="0" err="1"/>
              <a:t>str</a:t>
            </a:r>
            <a:r>
              <a:rPr lang="fr-BE" dirty="0"/>
              <a:t>__ , __</a:t>
            </a:r>
            <a:r>
              <a:rPr lang="fr-BE" dirty="0" err="1"/>
              <a:t>add</a:t>
            </a:r>
            <a:r>
              <a:rPr lang="fr-BE" dirty="0"/>
              <a:t>__</a:t>
            </a:r>
          </a:p>
          <a:p>
            <a:pPr lvl="1"/>
            <a:endParaRPr lang="fr-BE" dirty="0"/>
          </a:p>
          <a:p>
            <a:r>
              <a:rPr lang="fr-BE" dirty="0"/>
              <a:t>Attributs spéciaux</a:t>
            </a:r>
          </a:p>
          <a:p>
            <a:pPr marL="457200" lvl="1" indent="0">
              <a:buNone/>
            </a:pPr>
            <a:r>
              <a:rPr lang="fr-BE" dirty="0"/>
              <a:t>__dict__, __bases__, __</a:t>
            </a:r>
            <a:r>
              <a:rPr lang="fr-BE" dirty="0" err="1"/>
              <a:t>name</a:t>
            </a:r>
            <a:r>
              <a:rPr lang="fr-BE" dirty="0"/>
              <a:t>__</a:t>
            </a:r>
          </a:p>
        </p:txBody>
      </p:sp>
      <p:sp>
        <p:nvSpPr>
          <p:cNvPr id="3" name="Titre 2">
            <a:extLst>
              <a:ext uri="{FF2B5EF4-FFF2-40B4-BE49-F238E27FC236}">
                <a16:creationId xmlns:a16="http://schemas.microsoft.com/office/drawing/2014/main" id="{C2A61ABA-B0FD-40BB-9DDC-A41B11A22301}"/>
              </a:ext>
            </a:extLst>
          </p:cNvPr>
          <p:cNvSpPr>
            <a:spLocks noGrp="1"/>
          </p:cNvSpPr>
          <p:nvPr>
            <p:ph type="title"/>
          </p:nvPr>
        </p:nvSpPr>
        <p:spPr/>
        <p:txBody>
          <a:bodyPr/>
          <a:lstStyle/>
          <a:p>
            <a:r>
              <a:rPr lang="fr-BE" dirty="0"/>
              <a:t>Les classes</a:t>
            </a:r>
          </a:p>
        </p:txBody>
      </p:sp>
      <p:sp>
        <p:nvSpPr>
          <p:cNvPr id="4" name="Espace réservé du numéro de diapositive 3">
            <a:extLst>
              <a:ext uri="{FF2B5EF4-FFF2-40B4-BE49-F238E27FC236}">
                <a16:creationId xmlns:a16="http://schemas.microsoft.com/office/drawing/2014/main" id="{8CEB5CA0-3452-470D-9DD1-8A88C11FF0E5}"/>
              </a:ext>
            </a:extLst>
          </p:cNvPr>
          <p:cNvSpPr>
            <a:spLocks noGrp="1"/>
          </p:cNvSpPr>
          <p:nvPr>
            <p:ph type="sldNum" sz="quarter" idx="10"/>
          </p:nvPr>
        </p:nvSpPr>
        <p:spPr/>
        <p:txBody>
          <a:bodyPr/>
          <a:lstStyle/>
          <a:p>
            <a:fld id="{26DF9506-C750-44C3-8E12-610AD4C8F1FD}" type="slidenum">
              <a:rPr lang="fr-BE" smtClean="0"/>
              <a:t>12</a:t>
            </a:fld>
            <a:endParaRPr lang="fr-BE"/>
          </a:p>
        </p:txBody>
      </p:sp>
      <p:pic>
        <p:nvPicPr>
          <p:cNvPr id="5" name="Image 4">
            <a:extLst>
              <a:ext uri="{FF2B5EF4-FFF2-40B4-BE49-F238E27FC236}">
                <a16:creationId xmlns:a16="http://schemas.microsoft.com/office/drawing/2014/main" id="{67C6CF11-F016-4B36-92A3-98A70946594E}"/>
              </a:ext>
            </a:extLst>
          </p:cNvPr>
          <p:cNvPicPr>
            <a:picLocks noChangeAspect="1"/>
          </p:cNvPicPr>
          <p:nvPr/>
        </p:nvPicPr>
        <p:blipFill>
          <a:blip r:embed="rId2"/>
          <a:stretch>
            <a:fillRect/>
          </a:stretch>
        </p:blipFill>
        <p:spPr>
          <a:xfrm>
            <a:off x="3459900" y="2022591"/>
            <a:ext cx="2257425" cy="1200150"/>
          </a:xfrm>
          <a:prstGeom prst="rect">
            <a:avLst/>
          </a:prstGeom>
        </p:spPr>
      </p:pic>
    </p:spTree>
    <p:extLst>
      <p:ext uri="{BB962C8B-B14F-4D97-AF65-F5344CB8AC3E}">
        <p14:creationId xmlns:p14="http://schemas.microsoft.com/office/powerpoint/2010/main" val="67292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39CA63B-F1F5-4DD2-A0C5-104511CD7F20}"/>
              </a:ext>
            </a:extLst>
          </p:cNvPr>
          <p:cNvSpPr>
            <a:spLocks noGrp="1"/>
          </p:cNvSpPr>
          <p:nvPr>
            <p:ph idx="1"/>
          </p:nvPr>
        </p:nvSpPr>
        <p:spPr>
          <a:xfrm>
            <a:off x="318977" y="1487978"/>
            <a:ext cx="8539273" cy="4486795"/>
          </a:xfrm>
        </p:spPr>
        <p:txBody>
          <a:bodyPr/>
          <a:lstStyle/>
          <a:p>
            <a:endParaRPr lang="fr-BE" dirty="0"/>
          </a:p>
          <a:p>
            <a:r>
              <a:rPr lang="fr-BE" dirty="0"/>
              <a:t>Surcharge</a:t>
            </a:r>
          </a:p>
          <a:p>
            <a:pPr marL="457200" lvl="1" indent="0">
              <a:buNone/>
            </a:pPr>
            <a:r>
              <a:rPr lang="fr-BE" dirty="0"/>
              <a:t>Utilisation des paramètres par défaut</a:t>
            </a:r>
          </a:p>
          <a:p>
            <a:pPr marL="457200" lvl="1" indent="0">
              <a:buNone/>
            </a:pPr>
            <a:endParaRPr lang="fr-BE" dirty="0"/>
          </a:p>
          <a:p>
            <a:r>
              <a:rPr lang="fr-BE" dirty="0"/>
              <a:t>Accès aux données</a:t>
            </a:r>
          </a:p>
          <a:p>
            <a:pPr lvl="1"/>
            <a:r>
              <a:rPr lang="fr-BE" dirty="0"/>
              <a:t>Public : self.name</a:t>
            </a:r>
          </a:p>
          <a:p>
            <a:pPr lvl="1"/>
            <a:r>
              <a:rPr lang="fr-BE" dirty="0" err="1"/>
              <a:t>Protected</a:t>
            </a:r>
            <a:r>
              <a:rPr lang="fr-BE" dirty="0"/>
              <a:t> : self._</a:t>
            </a:r>
            <a:r>
              <a:rPr lang="fr-BE" dirty="0" err="1"/>
              <a:t>name</a:t>
            </a:r>
            <a:endParaRPr lang="fr-BE" dirty="0"/>
          </a:p>
          <a:p>
            <a:pPr lvl="1"/>
            <a:r>
              <a:rPr lang="fr-BE" dirty="0" err="1"/>
              <a:t>Private</a:t>
            </a:r>
            <a:r>
              <a:rPr lang="fr-BE" dirty="0"/>
              <a:t> : self.__</a:t>
            </a:r>
            <a:r>
              <a:rPr lang="fr-BE" dirty="0" err="1"/>
              <a:t>name</a:t>
            </a:r>
            <a:endParaRPr lang="fr-BE" dirty="0"/>
          </a:p>
          <a:p>
            <a:endParaRPr lang="fr-BE" dirty="0"/>
          </a:p>
        </p:txBody>
      </p:sp>
      <p:sp>
        <p:nvSpPr>
          <p:cNvPr id="3" name="Titre 2">
            <a:extLst>
              <a:ext uri="{FF2B5EF4-FFF2-40B4-BE49-F238E27FC236}">
                <a16:creationId xmlns:a16="http://schemas.microsoft.com/office/drawing/2014/main" id="{A45199DC-77A7-438B-B8B7-31E06A77E751}"/>
              </a:ext>
            </a:extLst>
          </p:cNvPr>
          <p:cNvSpPr>
            <a:spLocks noGrp="1"/>
          </p:cNvSpPr>
          <p:nvPr>
            <p:ph type="title"/>
          </p:nvPr>
        </p:nvSpPr>
        <p:spPr/>
        <p:txBody>
          <a:bodyPr/>
          <a:lstStyle/>
          <a:p>
            <a:r>
              <a:rPr lang="fr-BE" dirty="0"/>
              <a:t>Les classes</a:t>
            </a:r>
          </a:p>
        </p:txBody>
      </p:sp>
      <p:sp>
        <p:nvSpPr>
          <p:cNvPr id="4" name="Espace réservé du numéro de diapositive 3">
            <a:extLst>
              <a:ext uri="{FF2B5EF4-FFF2-40B4-BE49-F238E27FC236}">
                <a16:creationId xmlns:a16="http://schemas.microsoft.com/office/drawing/2014/main" id="{24E32292-531E-4E76-B854-8C80A2E41828}"/>
              </a:ext>
            </a:extLst>
          </p:cNvPr>
          <p:cNvSpPr>
            <a:spLocks noGrp="1"/>
          </p:cNvSpPr>
          <p:nvPr>
            <p:ph type="sldNum" sz="quarter" idx="10"/>
          </p:nvPr>
        </p:nvSpPr>
        <p:spPr/>
        <p:txBody>
          <a:bodyPr/>
          <a:lstStyle/>
          <a:p>
            <a:fld id="{26DF9506-C750-44C3-8E12-610AD4C8F1FD}" type="slidenum">
              <a:rPr lang="fr-BE" smtClean="0"/>
              <a:t>13</a:t>
            </a:fld>
            <a:endParaRPr lang="fr-BE"/>
          </a:p>
        </p:txBody>
      </p:sp>
    </p:spTree>
    <p:extLst>
      <p:ext uri="{BB962C8B-B14F-4D97-AF65-F5344CB8AC3E}">
        <p14:creationId xmlns:p14="http://schemas.microsoft.com/office/powerpoint/2010/main" val="68225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41893AB-AA95-4A14-ADB5-BF815363409C}"/>
              </a:ext>
            </a:extLst>
          </p:cNvPr>
          <p:cNvSpPr>
            <a:spLocks noGrp="1"/>
          </p:cNvSpPr>
          <p:nvPr>
            <p:ph idx="1"/>
          </p:nvPr>
        </p:nvSpPr>
        <p:spPr/>
        <p:txBody>
          <a:bodyPr/>
          <a:lstStyle/>
          <a:p>
            <a:r>
              <a:rPr lang="fr-BE" dirty="0"/>
              <a:t>Mutateur et accesseur</a:t>
            </a:r>
          </a:p>
        </p:txBody>
      </p:sp>
      <p:sp>
        <p:nvSpPr>
          <p:cNvPr id="3" name="Titre 2">
            <a:extLst>
              <a:ext uri="{FF2B5EF4-FFF2-40B4-BE49-F238E27FC236}">
                <a16:creationId xmlns:a16="http://schemas.microsoft.com/office/drawing/2014/main" id="{C532DC4E-9A73-44FF-A698-FF6C77D17980}"/>
              </a:ext>
            </a:extLst>
          </p:cNvPr>
          <p:cNvSpPr>
            <a:spLocks noGrp="1"/>
          </p:cNvSpPr>
          <p:nvPr>
            <p:ph type="title"/>
          </p:nvPr>
        </p:nvSpPr>
        <p:spPr/>
        <p:txBody>
          <a:bodyPr/>
          <a:lstStyle/>
          <a:p>
            <a:r>
              <a:rPr lang="fr-BE" dirty="0"/>
              <a:t>L’encapsulation</a:t>
            </a:r>
          </a:p>
        </p:txBody>
      </p:sp>
      <p:sp>
        <p:nvSpPr>
          <p:cNvPr id="4" name="Espace réservé du numéro de diapositive 3">
            <a:extLst>
              <a:ext uri="{FF2B5EF4-FFF2-40B4-BE49-F238E27FC236}">
                <a16:creationId xmlns:a16="http://schemas.microsoft.com/office/drawing/2014/main" id="{F427901B-1547-4B0E-B447-2F319F693354}"/>
              </a:ext>
            </a:extLst>
          </p:cNvPr>
          <p:cNvSpPr>
            <a:spLocks noGrp="1"/>
          </p:cNvSpPr>
          <p:nvPr>
            <p:ph type="sldNum" sz="quarter" idx="10"/>
          </p:nvPr>
        </p:nvSpPr>
        <p:spPr/>
        <p:txBody>
          <a:bodyPr/>
          <a:lstStyle/>
          <a:p>
            <a:fld id="{26DF9506-C750-44C3-8E12-610AD4C8F1FD}" type="slidenum">
              <a:rPr lang="fr-BE" smtClean="0"/>
              <a:t>14</a:t>
            </a:fld>
            <a:endParaRPr lang="fr-BE"/>
          </a:p>
        </p:txBody>
      </p:sp>
      <p:pic>
        <p:nvPicPr>
          <p:cNvPr id="6" name="Image 5">
            <a:extLst>
              <a:ext uri="{FF2B5EF4-FFF2-40B4-BE49-F238E27FC236}">
                <a16:creationId xmlns:a16="http://schemas.microsoft.com/office/drawing/2014/main" id="{240580AD-D30B-415B-AC4D-D544341042E1}"/>
              </a:ext>
            </a:extLst>
          </p:cNvPr>
          <p:cNvPicPr>
            <a:picLocks noChangeAspect="1"/>
          </p:cNvPicPr>
          <p:nvPr/>
        </p:nvPicPr>
        <p:blipFill>
          <a:blip r:embed="rId2"/>
          <a:stretch>
            <a:fillRect/>
          </a:stretch>
        </p:blipFill>
        <p:spPr>
          <a:xfrm>
            <a:off x="2946255" y="2847714"/>
            <a:ext cx="3251489" cy="2679675"/>
          </a:xfrm>
          <a:prstGeom prst="rect">
            <a:avLst/>
          </a:prstGeom>
        </p:spPr>
      </p:pic>
    </p:spTree>
    <p:extLst>
      <p:ext uri="{BB962C8B-B14F-4D97-AF65-F5344CB8AC3E}">
        <p14:creationId xmlns:p14="http://schemas.microsoft.com/office/powerpoint/2010/main" val="2640236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CD062319-2D0C-4E58-9B59-5FBA5B9B7122}"/>
              </a:ext>
            </a:extLst>
          </p:cNvPr>
          <p:cNvSpPr>
            <a:spLocks noGrp="1"/>
          </p:cNvSpPr>
          <p:nvPr>
            <p:ph idx="1"/>
          </p:nvPr>
        </p:nvSpPr>
        <p:spPr/>
        <p:txBody>
          <a:bodyPr/>
          <a:lstStyle/>
          <a:p>
            <a:r>
              <a:rPr lang="fr-BE" dirty="0"/>
              <a:t>Définition</a:t>
            </a:r>
          </a:p>
          <a:p>
            <a:endParaRPr lang="fr-BE" dirty="0"/>
          </a:p>
          <a:p>
            <a:endParaRPr lang="fr-BE" dirty="0"/>
          </a:p>
          <a:p>
            <a:endParaRPr lang="fr-BE" dirty="0"/>
          </a:p>
          <a:p>
            <a:endParaRPr lang="fr-BE" dirty="0"/>
          </a:p>
          <a:p>
            <a:endParaRPr lang="fr-BE" dirty="0"/>
          </a:p>
          <a:p>
            <a:r>
              <a:rPr lang="fr-BE" dirty="0"/>
              <a:t>Possibilité d’hériter de plusieurs classes</a:t>
            </a:r>
          </a:p>
          <a:p>
            <a:endParaRPr lang="fr-BE" dirty="0"/>
          </a:p>
          <a:p>
            <a:r>
              <a:rPr lang="fr-BE" dirty="0"/>
              <a:t>Polymorphisme</a:t>
            </a:r>
          </a:p>
          <a:p>
            <a:endParaRPr lang="fr-BE" dirty="0"/>
          </a:p>
        </p:txBody>
      </p:sp>
      <p:sp>
        <p:nvSpPr>
          <p:cNvPr id="3" name="Titre 2">
            <a:extLst>
              <a:ext uri="{FF2B5EF4-FFF2-40B4-BE49-F238E27FC236}">
                <a16:creationId xmlns:a16="http://schemas.microsoft.com/office/drawing/2014/main" id="{4DD78820-E43D-4731-B14A-9C18D4230E9C}"/>
              </a:ext>
            </a:extLst>
          </p:cNvPr>
          <p:cNvSpPr>
            <a:spLocks noGrp="1"/>
          </p:cNvSpPr>
          <p:nvPr>
            <p:ph type="title"/>
          </p:nvPr>
        </p:nvSpPr>
        <p:spPr/>
        <p:txBody>
          <a:bodyPr/>
          <a:lstStyle/>
          <a:p>
            <a:r>
              <a:rPr lang="fr-BE" dirty="0"/>
              <a:t>L’héritage</a:t>
            </a:r>
          </a:p>
        </p:txBody>
      </p:sp>
      <p:sp>
        <p:nvSpPr>
          <p:cNvPr id="4" name="Espace réservé du numéro de diapositive 3">
            <a:extLst>
              <a:ext uri="{FF2B5EF4-FFF2-40B4-BE49-F238E27FC236}">
                <a16:creationId xmlns:a16="http://schemas.microsoft.com/office/drawing/2014/main" id="{3BF779AA-8EAB-421F-B21B-454C22111EC6}"/>
              </a:ext>
            </a:extLst>
          </p:cNvPr>
          <p:cNvSpPr>
            <a:spLocks noGrp="1"/>
          </p:cNvSpPr>
          <p:nvPr>
            <p:ph type="sldNum" sz="quarter" idx="10"/>
          </p:nvPr>
        </p:nvSpPr>
        <p:spPr/>
        <p:txBody>
          <a:bodyPr/>
          <a:lstStyle/>
          <a:p>
            <a:fld id="{26DF9506-C750-44C3-8E12-610AD4C8F1FD}" type="slidenum">
              <a:rPr lang="fr-BE" smtClean="0"/>
              <a:t>15</a:t>
            </a:fld>
            <a:endParaRPr lang="fr-BE"/>
          </a:p>
        </p:txBody>
      </p:sp>
      <p:pic>
        <p:nvPicPr>
          <p:cNvPr id="5" name="Image 4">
            <a:extLst>
              <a:ext uri="{FF2B5EF4-FFF2-40B4-BE49-F238E27FC236}">
                <a16:creationId xmlns:a16="http://schemas.microsoft.com/office/drawing/2014/main" id="{77074BE5-C809-4A66-986C-9489DFF694E5}"/>
              </a:ext>
            </a:extLst>
          </p:cNvPr>
          <p:cNvPicPr>
            <a:picLocks noChangeAspect="1"/>
          </p:cNvPicPr>
          <p:nvPr/>
        </p:nvPicPr>
        <p:blipFill>
          <a:blip r:embed="rId2"/>
          <a:stretch>
            <a:fillRect/>
          </a:stretch>
        </p:blipFill>
        <p:spPr>
          <a:xfrm>
            <a:off x="1412402" y="2534049"/>
            <a:ext cx="6319196" cy="1381245"/>
          </a:xfrm>
          <a:prstGeom prst="rect">
            <a:avLst/>
          </a:prstGeom>
        </p:spPr>
      </p:pic>
    </p:spTree>
    <p:extLst>
      <p:ext uri="{BB962C8B-B14F-4D97-AF65-F5344CB8AC3E}">
        <p14:creationId xmlns:p14="http://schemas.microsoft.com/office/powerpoint/2010/main" val="392535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3371AA68-24D7-4DAB-9EFE-BEE707C97A59}"/>
              </a:ext>
            </a:extLst>
          </p:cNvPr>
          <p:cNvPicPr>
            <a:picLocks noGrp="1" noChangeAspect="1"/>
          </p:cNvPicPr>
          <p:nvPr>
            <p:ph idx="1"/>
          </p:nvPr>
        </p:nvPicPr>
        <p:blipFill>
          <a:blip r:embed="rId3"/>
          <a:stretch>
            <a:fillRect/>
          </a:stretch>
        </p:blipFill>
        <p:spPr>
          <a:xfrm>
            <a:off x="1100246" y="1091094"/>
            <a:ext cx="7395361" cy="5307809"/>
          </a:xfrm>
          <a:prstGeom prst="rect">
            <a:avLst/>
          </a:prstGeom>
        </p:spPr>
      </p:pic>
      <p:sp>
        <p:nvSpPr>
          <p:cNvPr id="3" name="Titre 2">
            <a:extLst>
              <a:ext uri="{FF2B5EF4-FFF2-40B4-BE49-F238E27FC236}">
                <a16:creationId xmlns:a16="http://schemas.microsoft.com/office/drawing/2014/main" id="{65C61289-63EC-4810-B884-03EBC73C447D}"/>
              </a:ext>
            </a:extLst>
          </p:cNvPr>
          <p:cNvSpPr>
            <a:spLocks noGrp="1"/>
          </p:cNvSpPr>
          <p:nvPr>
            <p:ph type="title"/>
          </p:nvPr>
        </p:nvSpPr>
        <p:spPr/>
        <p:txBody>
          <a:bodyPr/>
          <a:lstStyle/>
          <a:p>
            <a:endParaRPr lang="fr-BE"/>
          </a:p>
        </p:txBody>
      </p:sp>
      <p:sp>
        <p:nvSpPr>
          <p:cNvPr id="2" name="Espace réservé du numéro de diapositive 1">
            <a:extLst>
              <a:ext uri="{FF2B5EF4-FFF2-40B4-BE49-F238E27FC236}">
                <a16:creationId xmlns:a16="http://schemas.microsoft.com/office/drawing/2014/main" id="{25A96E85-466B-4836-ADA4-03E702CEFD8E}"/>
              </a:ext>
            </a:extLst>
          </p:cNvPr>
          <p:cNvSpPr>
            <a:spLocks noGrp="1"/>
          </p:cNvSpPr>
          <p:nvPr>
            <p:ph type="sldNum" sz="quarter" idx="10"/>
          </p:nvPr>
        </p:nvSpPr>
        <p:spPr/>
        <p:txBody>
          <a:bodyPr/>
          <a:lstStyle/>
          <a:p>
            <a:fld id="{26DF9506-C750-44C3-8E12-610AD4C8F1FD}" type="slidenum">
              <a:rPr lang="fr-BE" smtClean="0"/>
              <a:t>16</a:t>
            </a:fld>
            <a:endParaRPr lang="fr-BE"/>
          </a:p>
        </p:txBody>
      </p:sp>
    </p:spTree>
    <p:extLst>
      <p:ext uri="{BB962C8B-B14F-4D97-AF65-F5344CB8AC3E}">
        <p14:creationId xmlns:p14="http://schemas.microsoft.com/office/powerpoint/2010/main" val="400805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0EA20DA5-21E1-4BD0-AA41-21EFC006BA24}"/>
              </a:ext>
            </a:extLst>
          </p:cNvPr>
          <p:cNvPicPr>
            <a:picLocks noGrp="1" noChangeAspect="1"/>
          </p:cNvPicPr>
          <p:nvPr>
            <p:ph idx="1"/>
          </p:nvPr>
        </p:nvPicPr>
        <p:blipFill>
          <a:blip r:embed="rId2"/>
          <a:stretch>
            <a:fillRect/>
          </a:stretch>
        </p:blipFill>
        <p:spPr>
          <a:xfrm>
            <a:off x="-194498" y="2333967"/>
            <a:ext cx="9532996" cy="2771653"/>
          </a:xfrm>
          <a:prstGeom prst="rect">
            <a:avLst/>
          </a:prstGeom>
        </p:spPr>
      </p:pic>
      <p:sp>
        <p:nvSpPr>
          <p:cNvPr id="3" name="Titre 2">
            <a:extLst>
              <a:ext uri="{FF2B5EF4-FFF2-40B4-BE49-F238E27FC236}">
                <a16:creationId xmlns:a16="http://schemas.microsoft.com/office/drawing/2014/main" id="{72B94005-9CC9-420E-AA70-86D424625D26}"/>
              </a:ext>
            </a:extLst>
          </p:cNvPr>
          <p:cNvSpPr>
            <a:spLocks noGrp="1"/>
          </p:cNvSpPr>
          <p:nvPr>
            <p:ph type="title"/>
          </p:nvPr>
        </p:nvSpPr>
        <p:spPr/>
        <p:txBody>
          <a:bodyPr/>
          <a:lstStyle/>
          <a:p>
            <a:endParaRPr lang="fr-BE"/>
          </a:p>
        </p:txBody>
      </p:sp>
      <p:sp>
        <p:nvSpPr>
          <p:cNvPr id="2" name="Espace réservé du numéro de diapositive 1">
            <a:extLst>
              <a:ext uri="{FF2B5EF4-FFF2-40B4-BE49-F238E27FC236}">
                <a16:creationId xmlns:a16="http://schemas.microsoft.com/office/drawing/2014/main" id="{AE77DB77-3F76-482E-BDA6-1F7F945A09A0}"/>
              </a:ext>
            </a:extLst>
          </p:cNvPr>
          <p:cNvSpPr>
            <a:spLocks noGrp="1"/>
          </p:cNvSpPr>
          <p:nvPr>
            <p:ph type="sldNum" sz="quarter" idx="10"/>
          </p:nvPr>
        </p:nvSpPr>
        <p:spPr/>
        <p:txBody>
          <a:bodyPr/>
          <a:lstStyle/>
          <a:p>
            <a:fld id="{26DF9506-C750-44C3-8E12-610AD4C8F1FD}" type="slidenum">
              <a:rPr lang="fr-BE" smtClean="0"/>
              <a:t>17</a:t>
            </a:fld>
            <a:endParaRPr lang="fr-BE"/>
          </a:p>
        </p:txBody>
      </p:sp>
    </p:spTree>
    <p:extLst>
      <p:ext uri="{BB962C8B-B14F-4D97-AF65-F5344CB8AC3E}">
        <p14:creationId xmlns:p14="http://schemas.microsoft.com/office/powerpoint/2010/main" val="3211615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0DCF5411-D313-48BB-BD19-30E1FFED9C1F}"/>
              </a:ext>
            </a:extLst>
          </p:cNvPr>
          <p:cNvPicPr>
            <a:picLocks noGrp="1" noChangeAspect="1"/>
          </p:cNvPicPr>
          <p:nvPr>
            <p:ph idx="1"/>
          </p:nvPr>
        </p:nvPicPr>
        <p:blipFill>
          <a:blip r:embed="rId3"/>
          <a:stretch>
            <a:fillRect/>
          </a:stretch>
        </p:blipFill>
        <p:spPr>
          <a:xfrm>
            <a:off x="-43163" y="2247597"/>
            <a:ext cx="9230326" cy="3274153"/>
          </a:xfrm>
          <a:prstGeom prst="rect">
            <a:avLst/>
          </a:prstGeom>
        </p:spPr>
      </p:pic>
      <p:sp>
        <p:nvSpPr>
          <p:cNvPr id="3" name="Titre 2">
            <a:extLst>
              <a:ext uri="{FF2B5EF4-FFF2-40B4-BE49-F238E27FC236}">
                <a16:creationId xmlns:a16="http://schemas.microsoft.com/office/drawing/2014/main" id="{1DEED408-4A90-4107-BD7E-8999154F2462}"/>
              </a:ext>
            </a:extLst>
          </p:cNvPr>
          <p:cNvSpPr>
            <a:spLocks noGrp="1"/>
          </p:cNvSpPr>
          <p:nvPr>
            <p:ph type="title"/>
          </p:nvPr>
        </p:nvSpPr>
        <p:spPr/>
        <p:txBody>
          <a:bodyPr/>
          <a:lstStyle/>
          <a:p>
            <a:endParaRPr lang="fr-BE"/>
          </a:p>
        </p:txBody>
      </p:sp>
      <p:sp>
        <p:nvSpPr>
          <p:cNvPr id="2" name="Espace réservé du numéro de diapositive 1">
            <a:extLst>
              <a:ext uri="{FF2B5EF4-FFF2-40B4-BE49-F238E27FC236}">
                <a16:creationId xmlns:a16="http://schemas.microsoft.com/office/drawing/2014/main" id="{81F8D5E3-2A32-465A-A5C0-F97F1459A3C1}"/>
              </a:ext>
            </a:extLst>
          </p:cNvPr>
          <p:cNvSpPr>
            <a:spLocks noGrp="1"/>
          </p:cNvSpPr>
          <p:nvPr>
            <p:ph type="sldNum" sz="quarter" idx="10"/>
          </p:nvPr>
        </p:nvSpPr>
        <p:spPr/>
        <p:txBody>
          <a:bodyPr/>
          <a:lstStyle/>
          <a:p>
            <a:fld id="{26DF9506-C750-44C3-8E12-610AD4C8F1FD}" type="slidenum">
              <a:rPr lang="fr-BE" smtClean="0"/>
              <a:t>18</a:t>
            </a:fld>
            <a:endParaRPr lang="fr-BE"/>
          </a:p>
        </p:txBody>
      </p:sp>
    </p:spTree>
    <p:extLst>
      <p:ext uri="{BB962C8B-B14F-4D97-AF65-F5344CB8AC3E}">
        <p14:creationId xmlns:p14="http://schemas.microsoft.com/office/powerpoint/2010/main" val="1798032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F31C105A-4055-4A5F-B60B-8520B435CDBD}"/>
              </a:ext>
            </a:extLst>
          </p:cNvPr>
          <p:cNvPicPr>
            <a:picLocks noGrp="1" noChangeAspect="1"/>
          </p:cNvPicPr>
          <p:nvPr>
            <p:ph idx="1"/>
          </p:nvPr>
        </p:nvPicPr>
        <p:blipFill>
          <a:blip r:embed="rId3"/>
          <a:stretch>
            <a:fillRect/>
          </a:stretch>
        </p:blipFill>
        <p:spPr>
          <a:xfrm>
            <a:off x="450324" y="2103120"/>
            <a:ext cx="8213441" cy="3245969"/>
          </a:xfrm>
          <a:prstGeom prst="rect">
            <a:avLst/>
          </a:prstGeom>
        </p:spPr>
      </p:pic>
      <p:sp>
        <p:nvSpPr>
          <p:cNvPr id="3" name="Titre 2">
            <a:extLst>
              <a:ext uri="{FF2B5EF4-FFF2-40B4-BE49-F238E27FC236}">
                <a16:creationId xmlns:a16="http://schemas.microsoft.com/office/drawing/2014/main" id="{57F1EA73-09E9-4247-B41B-8D53E4536126}"/>
              </a:ext>
            </a:extLst>
          </p:cNvPr>
          <p:cNvSpPr>
            <a:spLocks noGrp="1"/>
          </p:cNvSpPr>
          <p:nvPr>
            <p:ph type="title"/>
          </p:nvPr>
        </p:nvSpPr>
        <p:spPr/>
        <p:txBody>
          <a:bodyPr/>
          <a:lstStyle/>
          <a:p>
            <a:endParaRPr lang="fr-BE"/>
          </a:p>
        </p:txBody>
      </p:sp>
      <p:sp>
        <p:nvSpPr>
          <p:cNvPr id="2" name="Espace réservé du numéro de diapositive 1">
            <a:extLst>
              <a:ext uri="{FF2B5EF4-FFF2-40B4-BE49-F238E27FC236}">
                <a16:creationId xmlns:a16="http://schemas.microsoft.com/office/drawing/2014/main" id="{22730B47-F5E1-438E-90C8-75D3ED93EA3F}"/>
              </a:ext>
            </a:extLst>
          </p:cNvPr>
          <p:cNvSpPr>
            <a:spLocks noGrp="1"/>
          </p:cNvSpPr>
          <p:nvPr>
            <p:ph type="sldNum" sz="quarter" idx="10"/>
          </p:nvPr>
        </p:nvSpPr>
        <p:spPr/>
        <p:txBody>
          <a:bodyPr/>
          <a:lstStyle/>
          <a:p>
            <a:fld id="{26DF9506-C750-44C3-8E12-610AD4C8F1FD}" type="slidenum">
              <a:rPr lang="fr-BE" smtClean="0"/>
              <a:t>19</a:t>
            </a:fld>
            <a:endParaRPr lang="fr-BE"/>
          </a:p>
        </p:txBody>
      </p:sp>
    </p:spTree>
    <p:extLst>
      <p:ext uri="{BB962C8B-B14F-4D97-AF65-F5344CB8AC3E}">
        <p14:creationId xmlns:p14="http://schemas.microsoft.com/office/powerpoint/2010/main" val="2082275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D99AA08E-7A31-4559-BCCB-985972EAF827}"/>
              </a:ext>
            </a:extLst>
          </p:cNvPr>
          <p:cNvSpPr>
            <a:spLocks noGrp="1"/>
          </p:cNvSpPr>
          <p:nvPr>
            <p:ph idx="1"/>
          </p:nvPr>
        </p:nvSpPr>
        <p:spPr/>
        <p:txBody>
          <a:bodyPr/>
          <a:lstStyle/>
          <a:p>
            <a:r>
              <a:rPr lang="fr-FR" dirty="0"/>
              <a:t>Une classe abstraite est une classe qui ne peut pas être directement instanciée. Une classe abstraite encapsule des attributs et méthodes qui peuvent être utilisés par les instances des classes qui en héritent. L’intérêt des classes abstraites est de regrouper plusieurs classes sous un même nom de classe (par polymorphisme) ainsi que de décrire partiellement des attributs et méthodes communs à plusieurs classes.</a:t>
            </a:r>
          </a:p>
          <a:p>
            <a:endParaRPr lang="fr-FR" dirty="0"/>
          </a:p>
          <a:p>
            <a:r>
              <a:rPr lang="fr-FR" dirty="0"/>
              <a:t>Utilisation de la librairie abc (en important ABC et </a:t>
            </a:r>
            <a:r>
              <a:rPr lang="fr-FR" dirty="0" err="1"/>
              <a:t>abstractmethod</a:t>
            </a:r>
            <a:r>
              <a:rPr lang="fr-FR" dirty="0"/>
              <a:t>)</a:t>
            </a:r>
            <a:endParaRPr lang="fr-BE" dirty="0"/>
          </a:p>
          <a:p>
            <a:endParaRPr lang="fr-BE" dirty="0"/>
          </a:p>
        </p:txBody>
      </p:sp>
      <p:sp>
        <p:nvSpPr>
          <p:cNvPr id="3" name="Titre 2">
            <a:extLst>
              <a:ext uri="{FF2B5EF4-FFF2-40B4-BE49-F238E27FC236}">
                <a16:creationId xmlns:a16="http://schemas.microsoft.com/office/drawing/2014/main" id="{0A2949E1-5341-4472-A624-1C67E5816CA8}"/>
              </a:ext>
            </a:extLst>
          </p:cNvPr>
          <p:cNvSpPr>
            <a:spLocks noGrp="1"/>
          </p:cNvSpPr>
          <p:nvPr>
            <p:ph type="title"/>
          </p:nvPr>
        </p:nvSpPr>
        <p:spPr/>
        <p:txBody>
          <a:bodyPr/>
          <a:lstStyle/>
          <a:p>
            <a:r>
              <a:rPr lang="fr-BE" dirty="0"/>
              <a:t>Classe abstraite</a:t>
            </a:r>
          </a:p>
        </p:txBody>
      </p:sp>
      <p:sp>
        <p:nvSpPr>
          <p:cNvPr id="4" name="Espace réservé du numéro de diapositive 3">
            <a:extLst>
              <a:ext uri="{FF2B5EF4-FFF2-40B4-BE49-F238E27FC236}">
                <a16:creationId xmlns:a16="http://schemas.microsoft.com/office/drawing/2014/main" id="{A72BF7F4-84A2-456D-8ABA-76D40B4EB6E9}"/>
              </a:ext>
            </a:extLst>
          </p:cNvPr>
          <p:cNvSpPr>
            <a:spLocks noGrp="1"/>
          </p:cNvSpPr>
          <p:nvPr>
            <p:ph type="sldNum" sz="quarter" idx="10"/>
          </p:nvPr>
        </p:nvSpPr>
        <p:spPr/>
        <p:txBody>
          <a:bodyPr/>
          <a:lstStyle/>
          <a:p>
            <a:fld id="{26DF9506-C750-44C3-8E12-610AD4C8F1FD}" type="slidenum">
              <a:rPr lang="fr-BE" smtClean="0"/>
              <a:t>20</a:t>
            </a:fld>
            <a:endParaRPr lang="fr-BE"/>
          </a:p>
        </p:txBody>
      </p:sp>
    </p:spTree>
    <p:extLst>
      <p:ext uri="{BB962C8B-B14F-4D97-AF65-F5344CB8AC3E}">
        <p14:creationId xmlns:p14="http://schemas.microsoft.com/office/powerpoint/2010/main" val="1173838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B88A00A8-3917-4399-84C8-073D245C0084}"/>
              </a:ext>
            </a:extLst>
          </p:cNvPr>
          <p:cNvSpPr>
            <a:spLocks noGrp="1"/>
          </p:cNvSpPr>
          <p:nvPr>
            <p:ph idx="1"/>
          </p:nvPr>
        </p:nvSpPr>
        <p:spPr/>
        <p:txBody>
          <a:bodyPr/>
          <a:lstStyle/>
          <a:p>
            <a:endParaRPr lang="fr-BE"/>
          </a:p>
        </p:txBody>
      </p:sp>
      <p:sp>
        <p:nvSpPr>
          <p:cNvPr id="3" name="Titre 2">
            <a:extLst>
              <a:ext uri="{FF2B5EF4-FFF2-40B4-BE49-F238E27FC236}">
                <a16:creationId xmlns:a16="http://schemas.microsoft.com/office/drawing/2014/main" id="{4181AFB7-8C8B-47D2-9EDB-7DFB7B6FD89F}"/>
              </a:ext>
            </a:extLst>
          </p:cNvPr>
          <p:cNvSpPr>
            <a:spLocks noGrp="1"/>
          </p:cNvSpPr>
          <p:nvPr>
            <p:ph type="title"/>
          </p:nvPr>
        </p:nvSpPr>
        <p:spPr/>
        <p:txBody>
          <a:bodyPr/>
          <a:lstStyle/>
          <a:p>
            <a:endParaRPr lang="fr-BE"/>
          </a:p>
        </p:txBody>
      </p:sp>
      <p:pic>
        <p:nvPicPr>
          <p:cNvPr id="4" name="Image 3">
            <a:extLst>
              <a:ext uri="{FF2B5EF4-FFF2-40B4-BE49-F238E27FC236}">
                <a16:creationId xmlns:a16="http://schemas.microsoft.com/office/drawing/2014/main" id="{7B53E634-C9D6-40B6-A7CB-D28107D75DBC}"/>
              </a:ext>
            </a:extLst>
          </p:cNvPr>
          <p:cNvPicPr>
            <a:picLocks noChangeAspect="1"/>
          </p:cNvPicPr>
          <p:nvPr/>
        </p:nvPicPr>
        <p:blipFill rotWithShape="1">
          <a:blip r:embed="rId3"/>
          <a:srcRect l="15825" t="15138" r="7401" b="7366"/>
          <a:stretch/>
        </p:blipFill>
        <p:spPr>
          <a:xfrm>
            <a:off x="418017" y="883227"/>
            <a:ext cx="8474541" cy="5397095"/>
          </a:xfrm>
          <a:prstGeom prst="rect">
            <a:avLst/>
          </a:prstGeom>
        </p:spPr>
      </p:pic>
      <p:sp>
        <p:nvSpPr>
          <p:cNvPr id="5" name="Espace réservé du numéro de diapositive 4">
            <a:extLst>
              <a:ext uri="{FF2B5EF4-FFF2-40B4-BE49-F238E27FC236}">
                <a16:creationId xmlns:a16="http://schemas.microsoft.com/office/drawing/2014/main" id="{45EDD9D4-609F-4599-BC59-943088DA971E}"/>
              </a:ext>
            </a:extLst>
          </p:cNvPr>
          <p:cNvSpPr>
            <a:spLocks noGrp="1"/>
          </p:cNvSpPr>
          <p:nvPr>
            <p:ph type="sldNum" sz="quarter" idx="10"/>
          </p:nvPr>
        </p:nvSpPr>
        <p:spPr/>
        <p:txBody>
          <a:bodyPr/>
          <a:lstStyle/>
          <a:p>
            <a:fld id="{26DF9506-C750-44C3-8E12-610AD4C8F1FD}" type="slidenum">
              <a:rPr lang="fr-BE" smtClean="0"/>
              <a:t>21</a:t>
            </a:fld>
            <a:endParaRPr lang="fr-BE"/>
          </a:p>
        </p:txBody>
      </p:sp>
    </p:spTree>
    <p:extLst>
      <p:ext uri="{BB962C8B-B14F-4D97-AF65-F5344CB8AC3E}">
        <p14:creationId xmlns:p14="http://schemas.microsoft.com/office/powerpoint/2010/main" val="559517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B100574B-4AD9-409A-9DC5-FE1465DF7C0B}"/>
              </a:ext>
            </a:extLst>
          </p:cNvPr>
          <p:cNvSpPr>
            <a:spLocks noGrp="1"/>
          </p:cNvSpPr>
          <p:nvPr>
            <p:ph idx="1"/>
          </p:nvPr>
        </p:nvSpPr>
        <p:spPr/>
        <p:txBody>
          <a:bodyPr/>
          <a:lstStyle/>
          <a:p>
            <a:r>
              <a:rPr lang="fr-FR" dirty="0"/>
              <a:t>Une interface décrit des objets mais uniquement en terme de méthodes abstraites. Une interface ne peut contenir ni attribut, ni méthode implémentée. Le terme d’héritage n’est pas utilisé entre classes et interfaces : on dit qu’une classe implémente une interface. Lorsqu’une classe implémente une interface, elle doit redéfinir toutes ses méthodes abstraites ou bien être abstraite. Une interface peut hériter d’une autre interface</a:t>
            </a:r>
            <a:endParaRPr lang="fr-BE" dirty="0"/>
          </a:p>
          <a:p>
            <a:endParaRPr lang="fr-BE" dirty="0"/>
          </a:p>
        </p:txBody>
      </p:sp>
      <p:sp>
        <p:nvSpPr>
          <p:cNvPr id="3" name="Titre 2">
            <a:extLst>
              <a:ext uri="{FF2B5EF4-FFF2-40B4-BE49-F238E27FC236}">
                <a16:creationId xmlns:a16="http://schemas.microsoft.com/office/drawing/2014/main" id="{4DACBCD6-5294-4C2F-AB50-2BA073EDEF89}"/>
              </a:ext>
            </a:extLst>
          </p:cNvPr>
          <p:cNvSpPr>
            <a:spLocks noGrp="1"/>
          </p:cNvSpPr>
          <p:nvPr>
            <p:ph type="title"/>
          </p:nvPr>
        </p:nvSpPr>
        <p:spPr/>
        <p:txBody>
          <a:bodyPr/>
          <a:lstStyle/>
          <a:p>
            <a:r>
              <a:rPr lang="fr-BE" dirty="0"/>
              <a:t>Interface</a:t>
            </a:r>
          </a:p>
        </p:txBody>
      </p:sp>
      <p:sp>
        <p:nvSpPr>
          <p:cNvPr id="4" name="Espace réservé du numéro de diapositive 3">
            <a:extLst>
              <a:ext uri="{FF2B5EF4-FFF2-40B4-BE49-F238E27FC236}">
                <a16:creationId xmlns:a16="http://schemas.microsoft.com/office/drawing/2014/main" id="{302B28B9-7B27-4A78-9694-535E452C6C88}"/>
              </a:ext>
            </a:extLst>
          </p:cNvPr>
          <p:cNvSpPr>
            <a:spLocks noGrp="1"/>
          </p:cNvSpPr>
          <p:nvPr>
            <p:ph type="sldNum" sz="quarter" idx="10"/>
          </p:nvPr>
        </p:nvSpPr>
        <p:spPr/>
        <p:txBody>
          <a:bodyPr/>
          <a:lstStyle/>
          <a:p>
            <a:fld id="{26DF9506-C750-44C3-8E12-610AD4C8F1FD}" type="slidenum">
              <a:rPr lang="fr-BE" smtClean="0"/>
              <a:t>22</a:t>
            </a:fld>
            <a:endParaRPr lang="fr-BE"/>
          </a:p>
        </p:txBody>
      </p:sp>
    </p:spTree>
    <p:extLst>
      <p:ext uri="{BB962C8B-B14F-4D97-AF65-F5344CB8AC3E}">
        <p14:creationId xmlns:p14="http://schemas.microsoft.com/office/powerpoint/2010/main" val="565641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7E3E2494-1963-4E7A-9521-54602C1CD2A1}"/>
              </a:ext>
            </a:extLst>
          </p:cNvPr>
          <p:cNvPicPr>
            <a:picLocks noGrp="1" noChangeAspect="1"/>
          </p:cNvPicPr>
          <p:nvPr>
            <p:ph idx="1"/>
          </p:nvPr>
        </p:nvPicPr>
        <p:blipFill>
          <a:blip r:embed="rId3"/>
          <a:stretch>
            <a:fillRect/>
          </a:stretch>
        </p:blipFill>
        <p:spPr>
          <a:xfrm>
            <a:off x="0" y="1657350"/>
            <a:ext cx="9144000" cy="3848100"/>
          </a:xfrm>
          <a:prstGeom prst="rect">
            <a:avLst/>
          </a:prstGeom>
        </p:spPr>
      </p:pic>
      <p:sp>
        <p:nvSpPr>
          <p:cNvPr id="3" name="Titre 2">
            <a:extLst>
              <a:ext uri="{FF2B5EF4-FFF2-40B4-BE49-F238E27FC236}">
                <a16:creationId xmlns:a16="http://schemas.microsoft.com/office/drawing/2014/main" id="{54ED479C-159A-4B84-A660-486929D9C207}"/>
              </a:ext>
            </a:extLst>
          </p:cNvPr>
          <p:cNvSpPr>
            <a:spLocks noGrp="1"/>
          </p:cNvSpPr>
          <p:nvPr>
            <p:ph type="title"/>
          </p:nvPr>
        </p:nvSpPr>
        <p:spPr/>
        <p:txBody>
          <a:bodyPr/>
          <a:lstStyle/>
          <a:p>
            <a:endParaRPr lang="fr-BE"/>
          </a:p>
        </p:txBody>
      </p:sp>
      <p:sp>
        <p:nvSpPr>
          <p:cNvPr id="2" name="Espace réservé du numéro de diapositive 1">
            <a:extLst>
              <a:ext uri="{FF2B5EF4-FFF2-40B4-BE49-F238E27FC236}">
                <a16:creationId xmlns:a16="http://schemas.microsoft.com/office/drawing/2014/main" id="{4E0B11C9-7008-4BC3-9D70-98756A12DB2D}"/>
              </a:ext>
            </a:extLst>
          </p:cNvPr>
          <p:cNvSpPr>
            <a:spLocks noGrp="1"/>
          </p:cNvSpPr>
          <p:nvPr>
            <p:ph type="sldNum" sz="quarter" idx="10"/>
          </p:nvPr>
        </p:nvSpPr>
        <p:spPr/>
        <p:txBody>
          <a:bodyPr/>
          <a:lstStyle/>
          <a:p>
            <a:fld id="{26DF9506-C750-44C3-8E12-610AD4C8F1FD}" type="slidenum">
              <a:rPr lang="fr-BE" smtClean="0"/>
              <a:t>23</a:t>
            </a:fld>
            <a:endParaRPr lang="fr-BE"/>
          </a:p>
        </p:txBody>
      </p:sp>
    </p:spTree>
    <p:extLst>
      <p:ext uri="{BB962C8B-B14F-4D97-AF65-F5344CB8AC3E}">
        <p14:creationId xmlns:p14="http://schemas.microsoft.com/office/powerpoint/2010/main" val="1232722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87B051-16F8-4B50-803C-8505DBE9ECD4}"/>
              </a:ext>
            </a:extLst>
          </p:cNvPr>
          <p:cNvSpPr>
            <a:spLocks noGrp="1"/>
          </p:cNvSpPr>
          <p:nvPr>
            <p:ph type="title"/>
          </p:nvPr>
        </p:nvSpPr>
        <p:spPr>
          <a:xfrm>
            <a:off x="1519843" y="3110491"/>
            <a:ext cx="7886700" cy="1169698"/>
          </a:xfrm>
        </p:spPr>
        <p:txBody>
          <a:bodyPr/>
          <a:lstStyle/>
          <a:p>
            <a:r>
              <a:rPr lang="fr-FR" sz="4400" dirty="0"/>
              <a:t>Les threads</a:t>
            </a:r>
            <a:endParaRPr lang="fr-BE" sz="4400" dirty="0"/>
          </a:p>
        </p:txBody>
      </p:sp>
      <p:sp>
        <p:nvSpPr>
          <p:cNvPr id="3" name="Espace réservé du numéro de diapositive 2">
            <a:extLst>
              <a:ext uri="{FF2B5EF4-FFF2-40B4-BE49-F238E27FC236}">
                <a16:creationId xmlns:a16="http://schemas.microsoft.com/office/drawing/2014/main" id="{E92B0AA5-3545-4384-864F-D1FEEA8C72BE}"/>
              </a:ext>
            </a:extLst>
          </p:cNvPr>
          <p:cNvSpPr>
            <a:spLocks noGrp="1"/>
          </p:cNvSpPr>
          <p:nvPr>
            <p:ph type="sldNum" sz="quarter" idx="10"/>
          </p:nvPr>
        </p:nvSpPr>
        <p:spPr/>
        <p:txBody>
          <a:bodyPr/>
          <a:lstStyle/>
          <a:p>
            <a:fld id="{26DF9506-C750-44C3-8E12-610AD4C8F1FD}" type="slidenum">
              <a:rPr lang="fr-BE" smtClean="0"/>
              <a:t>24</a:t>
            </a:fld>
            <a:endParaRPr lang="fr-BE"/>
          </a:p>
        </p:txBody>
      </p:sp>
      <p:sp>
        <p:nvSpPr>
          <p:cNvPr id="4" name="ZoneTexte 3">
            <a:extLst>
              <a:ext uri="{FF2B5EF4-FFF2-40B4-BE49-F238E27FC236}">
                <a16:creationId xmlns:a16="http://schemas.microsoft.com/office/drawing/2014/main" id="{8EAFDF04-9D2B-48C6-A627-7D5E1C9B278B}"/>
              </a:ext>
            </a:extLst>
          </p:cNvPr>
          <p:cNvSpPr txBox="1"/>
          <p:nvPr/>
        </p:nvSpPr>
        <p:spPr>
          <a:xfrm>
            <a:off x="1519843" y="3110491"/>
            <a:ext cx="2981325" cy="369332"/>
          </a:xfrm>
          <a:prstGeom prst="rect">
            <a:avLst/>
          </a:prstGeom>
          <a:noFill/>
        </p:spPr>
        <p:txBody>
          <a:bodyPr wrap="square" rtlCol="0">
            <a:spAutoFit/>
          </a:bodyPr>
          <a:lstStyle/>
          <a:p>
            <a:r>
              <a:rPr lang="fr-FR" dirty="0">
                <a:solidFill>
                  <a:schemeClr val="bg1">
                    <a:lumMod val="50000"/>
                  </a:schemeClr>
                </a:solidFill>
              </a:rPr>
              <a:t>Chapitre 2</a:t>
            </a:r>
            <a:endParaRPr lang="fr-BE" dirty="0">
              <a:solidFill>
                <a:schemeClr val="bg1">
                  <a:lumMod val="50000"/>
                </a:schemeClr>
              </a:solidFill>
            </a:endParaRPr>
          </a:p>
        </p:txBody>
      </p:sp>
    </p:spTree>
    <p:extLst>
      <p:ext uri="{BB962C8B-B14F-4D97-AF65-F5344CB8AC3E}">
        <p14:creationId xmlns:p14="http://schemas.microsoft.com/office/powerpoint/2010/main" val="3264962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81D291DC-562E-40A0-85CE-FDB6308235EB}"/>
              </a:ext>
            </a:extLst>
          </p:cNvPr>
          <p:cNvSpPr>
            <a:spLocks noGrp="1"/>
          </p:cNvSpPr>
          <p:nvPr>
            <p:ph idx="1"/>
          </p:nvPr>
        </p:nvSpPr>
        <p:spPr/>
        <p:txBody>
          <a:bodyPr/>
          <a:lstStyle/>
          <a:p>
            <a:r>
              <a:rPr lang="fr-BE" dirty="0"/>
              <a:t>Différence entre processus et threads</a:t>
            </a:r>
          </a:p>
          <a:p>
            <a:endParaRPr lang="fr-BE" dirty="0"/>
          </a:p>
          <a:p>
            <a:pPr lvl="1"/>
            <a:r>
              <a:rPr lang="fr-BE" dirty="0"/>
              <a:t>Un processus est défini par :</a:t>
            </a:r>
          </a:p>
          <a:p>
            <a:pPr lvl="2">
              <a:buFontTx/>
              <a:buChar char="-"/>
            </a:pPr>
            <a:r>
              <a:rPr lang="fr-BE" dirty="0"/>
              <a:t>Un ensemble d’instructions à exécuter</a:t>
            </a:r>
          </a:p>
          <a:p>
            <a:pPr lvl="2">
              <a:buFontTx/>
              <a:buChar char="-"/>
            </a:pPr>
            <a:r>
              <a:rPr lang="fr-BE" dirty="0"/>
              <a:t>Un espace d’adressage en mémoire (pile, données, </a:t>
            </a:r>
            <a:r>
              <a:rPr lang="fr-BE" dirty="0" err="1"/>
              <a:t>etc</a:t>
            </a:r>
            <a:r>
              <a:rPr lang="fr-BE" dirty="0"/>
              <a:t>)</a:t>
            </a:r>
          </a:p>
          <a:p>
            <a:pPr lvl="2">
              <a:buFontTx/>
              <a:buChar char="-"/>
            </a:pPr>
            <a:r>
              <a:rPr lang="fr-BE" dirty="0"/>
              <a:t>Ressources pour les I/O</a:t>
            </a:r>
          </a:p>
          <a:p>
            <a:endParaRPr lang="fr-BE" dirty="0"/>
          </a:p>
          <a:p>
            <a:pPr lvl="1"/>
            <a:r>
              <a:rPr lang="fr-BE" dirty="0"/>
              <a:t>Les threads « composent » un processus</a:t>
            </a:r>
          </a:p>
          <a:p>
            <a:pPr marL="914400" lvl="2" indent="0">
              <a:buNone/>
            </a:pPr>
            <a:r>
              <a:rPr lang="fr-BE" dirty="0"/>
              <a:t>Les threads d’un processus partagent le même espace mémoire</a:t>
            </a:r>
          </a:p>
        </p:txBody>
      </p:sp>
      <p:sp>
        <p:nvSpPr>
          <p:cNvPr id="3" name="Titre 2">
            <a:extLst>
              <a:ext uri="{FF2B5EF4-FFF2-40B4-BE49-F238E27FC236}">
                <a16:creationId xmlns:a16="http://schemas.microsoft.com/office/drawing/2014/main" id="{0DB280E4-F3B0-4430-A371-7E24E6053AED}"/>
              </a:ext>
            </a:extLst>
          </p:cNvPr>
          <p:cNvSpPr>
            <a:spLocks noGrp="1"/>
          </p:cNvSpPr>
          <p:nvPr>
            <p:ph type="title"/>
          </p:nvPr>
        </p:nvSpPr>
        <p:spPr/>
        <p:txBody>
          <a:bodyPr/>
          <a:lstStyle/>
          <a:p>
            <a:r>
              <a:rPr lang="fr-BE" dirty="0"/>
              <a:t>Les bases</a:t>
            </a:r>
          </a:p>
        </p:txBody>
      </p:sp>
      <p:sp>
        <p:nvSpPr>
          <p:cNvPr id="4" name="Espace réservé du numéro de diapositive 3">
            <a:extLst>
              <a:ext uri="{FF2B5EF4-FFF2-40B4-BE49-F238E27FC236}">
                <a16:creationId xmlns:a16="http://schemas.microsoft.com/office/drawing/2014/main" id="{1CC15F4E-8E21-4F0D-90E2-BDD0680DAE0D}"/>
              </a:ext>
            </a:extLst>
          </p:cNvPr>
          <p:cNvSpPr>
            <a:spLocks noGrp="1"/>
          </p:cNvSpPr>
          <p:nvPr>
            <p:ph type="sldNum" sz="quarter" idx="10"/>
          </p:nvPr>
        </p:nvSpPr>
        <p:spPr/>
        <p:txBody>
          <a:bodyPr/>
          <a:lstStyle/>
          <a:p>
            <a:fld id="{26DF9506-C750-44C3-8E12-610AD4C8F1FD}" type="slidenum">
              <a:rPr lang="fr-BE" smtClean="0"/>
              <a:t>25</a:t>
            </a:fld>
            <a:endParaRPr lang="fr-BE"/>
          </a:p>
        </p:txBody>
      </p:sp>
    </p:spTree>
    <p:extLst>
      <p:ext uri="{BB962C8B-B14F-4D97-AF65-F5344CB8AC3E}">
        <p14:creationId xmlns:p14="http://schemas.microsoft.com/office/powerpoint/2010/main" val="2836241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D80FF9-CFA0-4AC6-B30A-DB91603F187E}"/>
              </a:ext>
            </a:extLst>
          </p:cNvPr>
          <p:cNvSpPr>
            <a:spLocks noGrp="1"/>
          </p:cNvSpPr>
          <p:nvPr>
            <p:ph idx="1"/>
          </p:nvPr>
        </p:nvSpPr>
        <p:spPr/>
        <p:txBody>
          <a:bodyPr/>
          <a:lstStyle/>
          <a:p>
            <a:pPr marL="0" indent="0">
              <a:buNone/>
            </a:pPr>
            <a:endParaRPr lang="fr-BE" dirty="0"/>
          </a:p>
          <a:p>
            <a:r>
              <a:rPr lang="fr-BE" dirty="0"/>
              <a:t>Paralléliser des tâches </a:t>
            </a:r>
          </a:p>
          <a:p>
            <a:endParaRPr lang="fr-BE" dirty="0"/>
          </a:p>
          <a:p>
            <a:r>
              <a:rPr lang="fr-BE" dirty="0"/>
              <a:t>Demande plus de rigueur qu’en programmation séquentielle</a:t>
            </a:r>
          </a:p>
          <a:p>
            <a:endParaRPr lang="fr-BE" dirty="0"/>
          </a:p>
          <a:p>
            <a:r>
              <a:rPr lang="fr-BE" dirty="0"/>
              <a:t>Méthodes pour gérer le partage des ressources</a:t>
            </a:r>
          </a:p>
          <a:p>
            <a:pPr marL="457200" lvl="1" indent="0">
              <a:buNone/>
            </a:pPr>
            <a:r>
              <a:rPr lang="fr-BE" dirty="0"/>
              <a:t>Mutex, sémaphore, </a:t>
            </a:r>
            <a:r>
              <a:rPr lang="fr-BE" dirty="0" err="1"/>
              <a:t>etc</a:t>
            </a:r>
            <a:endParaRPr lang="fr-BE" dirty="0"/>
          </a:p>
        </p:txBody>
      </p:sp>
      <p:sp>
        <p:nvSpPr>
          <p:cNvPr id="3" name="Titre 2">
            <a:extLst>
              <a:ext uri="{FF2B5EF4-FFF2-40B4-BE49-F238E27FC236}">
                <a16:creationId xmlns:a16="http://schemas.microsoft.com/office/drawing/2014/main" id="{C6A28C2E-9CFE-4F11-87E9-1281706C361B}"/>
              </a:ext>
            </a:extLst>
          </p:cNvPr>
          <p:cNvSpPr>
            <a:spLocks noGrp="1"/>
          </p:cNvSpPr>
          <p:nvPr>
            <p:ph type="title"/>
          </p:nvPr>
        </p:nvSpPr>
        <p:spPr/>
        <p:txBody>
          <a:bodyPr/>
          <a:lstStyle/>
          <a:p>
            <a:r>
              <a:rPr lang="fr-BE" dirty="0"/>
              <a:t>Les threads</a:t>
            </a:r>
          </a:p>
        </p:txBody>
      </p:sp>
      <p:sp>
        <p:nvSpPr>
          <p:cNvPr id="4" name="Espace réservé du numéro de diapositive 3">
            <a:extLst>
              <a:ext uri="{FF2B5EF4-FFF2-40B4-BE49-F238E27FC236}">
                <a16:creationId xmlns:a16="http://schemas.microsoft.com/office/drawing/2014/main" id="{A5D3045E-71B6-487D-9053-FEE3F7000E75}"/>
              </a:ext>
            </a:extLst>
          </p:cNvPr>
          <p:cNvSpPr>
            <a:spLocks noGrp="1"/>
          </p:cNvSpPr>
          <p:nvPr>
            <p:ph type="sldNum" sz="quarter" idx="10"/>
          </p:nvPr>
        </p:nvSpPr>
        <p:spPr/>
        <p:txBody>
          <a:bodyPr/>
          <a:lstStyle/>
          <a:p>
            <a:fld id="{26DF9506-C750-44C3-8E12-610AD4C8F1FD}" type="slidenum">
              <a:rPr lang="fr-BE" smtClean="0"/>
              <a:t>26</a:t>
            </a:fld>
            <a:endParaRPr lang="fr-BE"/>
          </a:p>
        </p:txBody>
      </p:sp>
    </p:spTree>
    <p:extLst>
      <p:ext uri="{BB962C8B-B14F-4D97-AF65-F5344CB8AC3E}">
        <p14:creationId xmlns:p14="http://schemas.microsoft.com/office/powerpoint/2010/main" val="192382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27CE5EA-D02F-479B-B353-998801C1E7C5}"/>
              </a:ext>
            </a:extLst>
          </p:cNvPr>
          <p:cNvSpPr>
            <a:spLocks noGrp="1"/>
          </p:cNvSpPr>
          <p:nvPr>
            <p:ph type="title"/>
          </p:nvPr>
        </p:nvSpPr>
        <p:spPr>
          <a:xfrm>
            <a:off x="4056612" y="228600"/>
            <a:ext cx="4801638" cy="962247"/>
          </a:xfrm>
        </p:spPr>
        <p:txBody>
          <a:bodyPr>
            <a:normAutofit fontScale="90000"/>
          </a:bodyPr>
          <a:lstStyle/>
          <a:p>
            <a:r>
              <a:rPr lang="fr-BE" dirty="0"/>
              <a:t>Partage des ressources</a:t>
            </a:r>
          </a:p>
        </p:txBody>
      </p:sp>
      <p:sp>
        <p:nvSpPr>
          <p:cNvPr id="4" name="Espace réservé du numéro de diapositive 3">
            <a:extLst>
              <a:ext uri="{FF2B5EF4-FFF2-40B4-BE49-F238E27FC236}">
                <a16:creationId xmlns:a16="http://schemas.microsoft.com/office/drawing/2014/main" id="{9F9E3A80-57EB-4B44-8F7E-48693E3CE894}"/>
              </a:ext>
            </a:extLst>
          </p:cNvPr>
          <p:cNvSpPr>
            <a:spLocks noGrp="1"/>
          </p:cNvSpPr>
          <p:nvPr>
            <p:ph type="sldNum" sz="quarter" idx="10"/>
          </p:nvPr>
        </p:nvSpPr>
        <p:spPr/>
        <p:txBody>
          <a:bodyPr/>
          <a:lstStyle/>
          <a:p>
            <a:fld id="{26DF9506-C750-44C3-8E12-610AD4C8F1FD}" type="slidenum">
              <a:rPr lang="fr-BE" smtClean="0"/>
              <a:t>27</a:t>
            </a:fld>
            <a:endParaRPr lang="fr-BE"/>
          </a:p>
        </p:txBody>
      </p:sp>
      <p:pic>
        <p:nvPicPr>
          <p:cNvPr id="5" name="Espace réservé du contenu 4">
            <a:extLst>
              <a:ext uri="{FF2B5EF4-FFF2-40B4-BE49-F238E27FC236}">
                <a16:creationId xmlns:a16="http://schemas.microsoft.com/office/drawing/2014/main" id="{6318A916-99E9-4084-BA15-5ABB215F88A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28875" y="1634563"/>
            <a:ext cx="4286249" cy="4445562"/>
          </a:xfrm>
          <a:prstGeom prst="rect">
            <a:avLst/>
          </a:prstGeom>
        </p:spPr>
      </p:pic>
      <p:pic>
        <p:nvPicPr>
          <p:cNvPr id="1026" name="Picture 2" descr="Appareil à raclette Tefal Colormania avec 8 coupelles plaque grill et  crêpes 1050 W Bleu | fnac Belgique">
            <a:extLst>
              <a:ext uri="{FF2B5EF4-FFF2-40B4-BE49-F238E27FC236}">
                <a16:creationId xmlns:a16="http://schemas.microsoft.com/office/drawing/2014/main" id="{F3133508-6784-4B1E-BAF5-336C1919FE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9123" y="2776451"/>
            <a:ext cx="2385753" cy="2385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748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5D829838-93ED-43CA-98CF-5E51E9058BF2}"/>
              </a:ext>
            </a:extLst>
          </p:cNvPr>
          <p:cNvSpPr>
            <a:spLocks noGrp="1"/>
          </p:cNvSpPr>
          <p:nvPr>
            <p:ph idx="1"/>
          </p:nvPr>
        </p:nvSpPr>
        <p:spPr>
          <a:xfrm>
            <a:off x="318977" y="1388225"/>
            <a:ext cx="8539273" cy="4586548"/>
          </a:xfrm>
        </p:spPr>
        <p:txBody>
          <a:bodyPr/>
          <a:lstStyle/>
          <a:p>
            <a:r>
              <a:rPr lang="fr-BE" dirty="0"/>
              <a:t>Le dîner des étudiants (Philosophes revisité)</a:t>
            </a:r>
          </a:p>
          <a:p>
            <a:pPr marL="457200" lvl="1" indent="0">
              <a:buNone/>
            </a:pPr>
            <a:r>
              <a:rPr lang="fr-BE" dirty="0"/>
              <a:t>Situation :</a:t>
            </a:r>
          </a:p>
          <a:p>
            <a:pPr lvl="2">
              <a:buFontTx/>
              <a:buChar char="-"/>
            </a:pPr>
            <a:r>
              <a:rPr lang="fr-BE" dirty="0"/>
              <a:t>5 étudiants autour d’une table</a:t>
            </a:r>
          </a:p>
          <a:p>
            <a:pPr lvl="2">
              <a:buFontTx/>
              <a:buChar char="-"/>
            </a:pPr>
            <a:r>
              <a:rPr lang="fr-BE" dirty="0"/>
              <a:t>Chacun a un plat devant lui</a:t>
            </a:r>
          </a:p>
          <a:p>
            <a:pPr lvl="2">
              <a:buFontTx/>
              <a:buChar char="-"/>
            </a:pPr>
            <a:r>
              <a:rPr lang="fr-BE" dirty="0"/>
              <a:t>À gauche de chaque plat, il y a une palette</a:t>
            </a:r>
          </a:p>
          <a:p>
            <a:pPr marL="457200" lvl="1" indent="0">
              <a:buNone/>
            </a:pPr>
            <a:r>
              <a:rPr lang="fr-BE" dirty="0"/>
              <a:t>Un étudiant n’a que 3 « états » :</a:t>
            </a:r>
          </a:p>
          <a:p>
            <a:pPr lvl="2">
              <a:buFontTx/>
              <a:buChar char="-"/>
            </a:pPr>
            <a:r>
              <a:rPr lang="fr-BE" dirty="0"/>
              <a:t>Boire pendant un temps indéterminé</a:t>
            </a:r>
          </a:p>
          <a:p>
            <a:pPr lvl="2">
              <a:buFontTx/>
              <a:buChar char="-"/>
            </a:pPr>
            <a:r>
              <a:rPr lang="fr-BE" dirty="0"/>
              <a:t>Avoir faim pendant un temps fini (sinon risque de famine)</a:t>
            </a:r>
          </a:p>
          <a:p>
            <a:pPr lvl="2">
              <a:buFontTx/>
              <a:buChar char="-"/>
            </a:pPr>
            <a:r>
              <a:rPr lang="fr-BE" dirty="0"/>
              <a:t>Manger pendant un temps fini</a:t>
            </a:r>
          </a:p>
          <a:p>
            <a:pPr lvl="2">
              <a:buFontTx/>
              <a:buChar char="-"/>
            </a:pPr>
            <a:endParaRPr lang="fr-BE" dirty="0"/>
          </a:p>
          <a:p>
            <a:pPr marL="457200" lvl="1" indent="0">
              <a:buNone/>
            </a:pPr>
            <a:r>
              <a:rPr lang="fr-BE" dirty="0"/>
              <a:t>Quand un étudiant a faim, il se met dans l’état « affamé » et attend que les palettes de gauche et de droite soient disponibles car il a besoin de 2 palettes pour manger.</a:t>
            </a:r>
          </a:p>
          <a:p>
            <a:pPr marL="457200" lvl="1" indent="0">
              <a:buNone/>
            </a:pPr>
            <a:endParaRPr lang="fr-BE" dirty="0"/>
          </a:p>
        </p:txBody>
      </p:sp>
      <p:sp>
        <p:nvSpPr>
          <p:cNvPr id="3" name="Titre 2">
            <a:extLst>
              <a:ext uri="{FF2B5EF4-FFF2-40B4-BE49-F238E27FC236}">
                <a16:creationId xmlns:a16="http://schemas.microsoft.com/office/drawing/2014/main" id="{6835510E-F8EC-4A4D-8B10-9661B3A91ED4}"/>
              </a:ext>
            </a:extLst>
          </p:cNvPr>
          <p:cNvSpPr>
            <a:spLocks noGrp="1"/>
          </p:cNvSpPr>
          <p:nvPr>
            <p:ph type="title"/>
          </p:nvPr>
        </p:nvSpPr>
        <p:spPr>
          <a:xfrm>
            <a:off x="4264430" y="236913"/>
            <a:ext cx="4593820" cy="962247"/>
          </a:xfrm>
        </p:spPr>
        <p:txBody>
          <a:bodyPr>
            <a:normAutofit fontScale="90000"/>
          </a:bodyPr>
          <a:lstStyle/>
          <a:p>
            <a:r>
              <a:rPr lang="fr-BE" dirty="0"/>
              <a:t>Partage des ressources</a:t>
            </a:r>
          </a:p>
        </p:txBody>
      </p:sp>
      <p:sp>
        <p:nvSpPr>
          <p:cNvPr id="4" name="Espace réservé du numéro de diapositive 3">
            <a:extLst>
              <a:ext uri="{FF2B5EF4-FFF2-40B4-BE49-F238E27FC236}">
                <a16:creationId xmlns:a16="http://schemas.microsoft.com/office/drawing/2014/main" id="{54638C51-F1D3-4BEA-B19C-B2D657109463}"/>
              </a:ext>
            </a:extLst>
          </p:cNvPr>
          <p:cNvSpPr>
            <a:spLocks noGrp="1"/>
          </p:cNvSpPr>
          <p:nvPr>
            <p:ph type="sldNum" sz="quarter" idx="10"/>
          </p:nvPr>
        </p:nvSpPr>
        <p:spPr/>
        <p:txBody>
          <a:bodyPr/>
          <a:lstStyle/>
          <a:p>
            <a:fld id="{26DF9506-C750-44C3-8E12-610AD4C8F1FD}" type="slidenum">
              <a:rPr lang="fr-BE" smtClean="0"/>
              <a:t>28</a:t>
            </a:fld>
            <a:endParaRPr lang="fr-BE"/>
          </a:p>
        </p:txBody>
      </p:sp>
    </p:spTree>
    <p:extLst>
      <p:ext uri="{BB962C8B-B14F-4D97-AF65-F5344CB8AC3E}">
        <p14:creationId xmlns:p14="http://schemas.microsoft.com/office/powerpoint/2010/main" val="3404984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D0E6EFE8-F0A1-47EC-9BF4-1D25BBF3AE26}"/>
              </a:ext>
            </a:extLst>
          </p:cNvPr>
          <p:cNvSpPr>
            <a:spLocks noGrp="1"/>
          </p:cNvSpPr>
          <p:nvPr>
            <p:ph idx="1"/>
          </p:nvPr>
        </p:nvSpPr>
        <p:spPr/>
        <p:txBody>
          <a:bodyPr/>
          <a:lstStyle/>
          <a:p>
            <a:r>
              <a:rPr lang="fr-BE" dirty="0"/>
              <a:t>Utilisation de sémaphores</a:t>
            </a:r>
          </a:p>
          <a:p>
            <a:pPr marL="457200" lvl="1" indent="0">
              <a:buNone/>
            </a:pPr>
            <a:r>
              <a:rPr lang="fr-BE" dirty="0"/>
              <a:t>C’est une variable partagée par les threads lorsqu’ils doivent utiliser la même ressource.</a:t>
            </a:r>
          </a:p>
          <a:p>
            <a:pPr marL="457200" lvl="1" indent="0">
              <a:buNone/>
            </a:pPr>
            <a:endParaRPr lang="fr-BE" dirty="0"/>
          </a:p>
          <a:p>
            <a:pPr marL="457200" lvl="1" indent="0">
              <a:buNone/>
            </a:pPr>
            <a:r>
              <a:rPr lang="fr-BE" dirty="0"/>
              <a:t>3 opérations :</a:t>
            </a:r>
          </a:p>
          <a:p>
            <a:pPr lvl="1">
              <a:buFontTx/>
              <a:buChar char="-"/>
            </a:pPr>
            <a:r>
              <a:rPr lang="fr-BE" dirty="0"/>
              <a:t>P qui met en attente le thread courant jusqu’à ce qu’une ressource soit disponible</a:t>
            </a:r>
          </a:p>
          <a:p>
            <a:pPr lvl="1">
              <a:buFontTx/>
              <a:buChar char="-"/>
            </a:pPr>
            <a:r>
              <a:rPr lang="fr-BE" dirty="0"/>
              <a:t>V est l’opération inverse, elle rend une ressource disponible quand un thread a fini de l’utiliser</a:t>
            </a:r>
          </a:p>
          <a:p>
            <a:pPr lvl="1">
              <a:buFontTx/>
              <a:buChar char="-"/>
            </a:pPr>
            <a:r>
              <a:rPr lang="fr-BE" dirty="0"/>
              <a:t>Init qui initialise le sémaphore</a:t>
            </a:r>
          </a:p>
          <a:p>
            <a:pPr marL="0" indent="0">
              <a:buNone/>
            </a:pPr>
            <a:endParaRPr lang="fr-BE" dirty="0"/>
          </a:p>
        </p:txBody>
      </p:sp>
      <p:sp>
        <p:nvSpPr>
          <p:cNvPr id="3" name="Titre 2">
            <a:extLst>
              <a:ext uri="{FF2B5EF4-FFF2-40B4-BE49-F238E27FC236}">
                <a16:creationId xmlns:a16="http://schemas.microsoft.com/office/drawing/2014/main" id="{F1F0A4A6-ED2B-4624-8318-56BABBD4350B}"/>
              </a:ext>
            </a:extLst>
          </p:cNvPr>
          <p:cNvSpPr>
            <a:spLocks noGrp="1"/>
          </p:cNvSpPr>
          <p:nvPr>
            <p:ph type="title"/>
          </p:nvPr>
        </p:nvSpPr>
        <p:spPr/>
        <p:txBody>
          <a:bodyPr>
            <a:normAutofit fontScale="90000"/>
          </a:bodyPr>
          <a:lstStyle/>
          <a:p>
            <a:r>
              <a:rPr lang="fr-BE" dirty="0"/>
              <a:t>Partage des ressources</a:t>
            </a:r>
          </a:p>
        </p:txBody>
      </p:sp>
      <p:sp>
        <p:nvSpPr>
          <p:cNvPr id="4" name="Espace réservé du numéro de diapositive 3">
            <a:extLst>
              <a:ext uri="{FF2B5EF4-FFF2-40B4-BE49-F238E27FC236}">
                <a16:creationId xmlns:a16="http://schemas.microsoft.com/office/drawing/2014/main" id="{1C56B0AB-2088-4936-9002-45969813820E}"/>
              </a:ext>
            </a:extLst>
          </p:cNvPr>
          <p:cNvSpPr>
            <a:spLocks noGrp="1"/>
          </p:cNvSpPr>
          <p:nvPr>
            <p:ph type="sldNum" sz="quarter" idx="10"/>
          </p:nvPr>
        </p:nvSpPr>
        <p:spPr/>
        <p:txBody>
          <a:bodyPr/>
          <a:lstStyle/>
          <a:p>
            <a:fld id="{26DF9506-C750-44C3-8E12-610AD4C8F1FD}" type="slidenum">
              <a:rPr lang="fr-BE" smtClean="0"/>
              <a:t>29</a:t>
            </a:fld>
            <a:endParaRPr lang="fr-BE"/>
          </a:p>
        </p:txBody>
      </p:sp>
    </p:spTree>
    <p:extLst>
      <p:ext uri="{BB962C8B-B14F-4D97-AF65-F5344CB8AC3E}">
        <p14:creationId xmlns:p14="http://schemas.microsoft.com/office/powerpoint/2010/main" val="3775021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7B765512-B1E7-4474-99DE-F0E38C73F319}"/>
              </a:ext>
            </a:extLst>
          </p:cNvPr>
          <p:cNvSpPr>
            <a:spLocks noGrp="1"/>
          </p:cNvSpPr>
          <p:nvPr>
            <p:ph idx="1"/>
          </p:nvPr>
        </p:nvSpPr>
        <p:spPr/>
        <p:txBody>
          <a:bodyPr/>
          <a:lstStyle/>
          <a:p>
            <a:r>
              <a:rPr lang="fr-BE" dirty="0"/>
              <a:t>2 options :</a:t>
            </a:r>
          </a:p>
          <a:p>
            <a:pPr lvl="1"/>
            <a:r>
              <a:rPr lang="fr-BE" dirty="0"/>
              <a:t>Utiliser une fonction dans un thread</a:t>
            </a:r>
          </a:p>
          <a:p>
            <a:pPr lvl="1"/>
            <a:r>
              <a:rPr lang="fr-BE" dirty="0"/>
              <a:t>Hériter de la classe thread</a:t>
            </a:r>
          </a:p>
          <a:p>
            <a:endParaRPr lang="fr-BE" dirty="0"/>
          </a:p>
          <a:p>
            <a:endParaRPr lang="fr-BE" dirty="0"/>
          </a:p>
        </p:txBody>
      </p:sp>
      <p:sp>
        <p:nvSpPr>
          <p:cNvPr id="3" name="Titre 2">
            <a:extLst>
              <a:ext uri="{FF2B5EF4-FFF2-40B4-BE49-F238E27FC236}">
                <a16:creationId xmlns:a16="http://schemas.microsoft.com/office/drawing/2014/main" id="{DB3F53F5-880A-4FF6-ACA4-AECDA60C8702}"/>
              </a:ext>
            </a:extLst>
          </p:cNvPr>
          <p:cNvSpPr>
            <a:spLocks noGrp="1"/>
          </p:cNvSpPr>
          <p:nvPr>
            <p:ph type="title"/>
          </p:nvPr>
        </p:nvSpPr>
        <p:spPr/>
        <p:txBody>
          <a:bodyPr/>
          <a:lstStyle/>
          <a:p>
            <a:r>
              <a:rPr lang="fr-BE" dirty="0"/>
              <a:t>Implémentation</a:t>
            </a:r>
          </a:p>
        </p:txBody>
      </p:sp>
      <p:sp>
        <p:nvSpPr>
          <p:cNvPr id="4" name="Espace réservé du numéro de diapositive 3">
            <a:extLst>
              <a:ext uri="{FF2B5EF4-FFF2-40B4-BE49-F238E27FC236}">
                <a16:creationId xmlns:a16="http://schemas.microsoft.com/office/drawing/2014/main" id="{EAC37AA3-FD20-40F4-8F77-4BA0415AE80C}"/>
              </a:ext>
            </a:extLst>
          </p:cNvPr>
          <p:cNvSpPr>
            <a:spLocks noGrp="1"/>
          </p:cNvSpPr>
          <p:nvPr>
            <p:ph type="sldNum" sz="quarter" idx="10"/>
          </p:nvPr>
        </p:nvSpPr>
        <p:spPr/>
        <p:txBody>
          <a:bodyPr/>
          <a:lstStyle/>
          <a:p>
            <a:fld id="{26DF9506-C750-44C3-8E12-610AD4C8F1FD}" type="slidenum">
              <a:rPr lang="fr-BE" smtClean="0"/>
              <a:t>30</a:t>
            </a:fld>
            <a:endParaRPr lang="fr-BE"/>
          </a:p>
        </p:txBody>
      </p:sp>
    </p:spTree>
    <p:extLst>
      <p:ext uri="{BB962C8B-B14F-4D97-AF65-F5344CB8AC3E}">
        <p14:creationId xmlns:p14="http://schemas.microsoft.com/office/powerpoint/2010/main" val="2440395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BE1B8185-EF82-481E-B80F-AD1625EF5CAF}"/>
              </a:ext>
            </a:extLst>
          </p:cNvPr>
          <p:cNvPicPr>
            <a:picLocks noGrp="1" noChangeAspect="1"/>
          </p:cNvPicPr>
          <p:nvPr>
            <p:ph idx="1"/>
          </p:nvPr>
        </p:nvPicPr>
        <p:blipFill>
          <a:blip r:embed="rId2"/>
          <a:stretch>
            <a:fillRect/>
          </a:stretch>
        </p:blipFill>
        <p:spPr>
          <a:xfrm>
            <a:off x="2283057" y="1102594"/>
            <a:ext cx="4670540" cy="5526806"/>
          </a:xfrm>
          <a:prstGeom prst="rect">
            <a:avLst/>
          </a:prstGeom>
        </p:spPr>
      </p:pic>
      <p:sp>
        <p:nvSpPr>
          <p:cNvPr id="3" name="Titre 2">
            <a:extLst>
              <a:ext uri="{FF2B5EF4-FFF2-40B4-BE49-F238E27FC236}">
                <a16:creationId xmlns:a16="http://schemas.microsoft.com/office/drawing/2014/main" id="{3E38105E-0CFD-4EC3-8A45-A7EC13CED52E}"/>
              </a:ext>
            </a:extLst>
          </p:cNvPr>
          <p:cNvSpPr>
            <a:spLocks noGrp="1"/>
          </p:cNvSpPr>
          <p:nvPr>
            <p:ph type="title"/>
          </p:nvPr>
        </p:nvSpPr>
        <p:spPr/>
        <p:txBody>
          <a:bodyPr/>
          <a:lstStyle/>
          <a:p>
            <a:r>
              <a:rPr lang="fr-BE" dirty="0"/>
              <a:t>Implémentation</a:t>
            </a:r>
          </a:p>
        </p:txBody>
      </p:sp>
      <p:sp>
        <p:nvSpPr>
          <p:cNvPr id="4" name="Espace réservé du numéro de diapositive 3">
            <a:extLst>
              <a:ext uri="{FF2B5EF4-FFF2-40B4-BE49-F238E27FC236}">
                <a16:creationId xmlns:a16="http://schemas.microsoft.com/office/drawing/2014/main" id="{1634E16B-437B-4563-8E61-7A5D10BA87C0}"/>
              </a:ext>
            </a:extLst>
          </p:cNvPr>
          <p:cNvSpPr>
            <a:spLocks noGrp="1"/>
          </p:cNvSpPr>
          <p:nvPr>
            <p:ph type="sldNum" sz="quarter" idx="10"/>
          </p:nvPr>
        </p:nvSpPr>
        <p:spPr/>
        <p:txBody>
          <a:bodyPr/>
          <a:lstStyle/>
          <a:p>
            <a:fld id="{26DF9506-C750-44C3-8E12-610AD4C8F1FD}" type="slidenum">
              <a:rPr lang="fr-BE" smtClean="0"/>
              <a:t>31</a:t>
            </a:fld>
            <a:endParaRPr lang="fr-BE"/>
          </a:p>
        </p:txBody>
      </p:sp>
    </p:spTree>
    <p:extLst>
      <p:ext uri="{BB962C8B-B14F-4D97-AF65-F5344CB8AC3E}">
        <p14:creationId xmlns:p14="http://schemas.microsoft.com/office/powerpoint/2010/main" val="41527313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FC7F51AF-4D40-4DBF-8552-95C82A70AD2C}"/>
              </a:ext>
            </a:extLst>
          </p:cNvPr>
          <p:cNvPicPr>
            <a:picLocks noGrp="1" noChangeAspect="1"/>
          </p:cNvPicPr>
          <p:nvPr>
            <p:ph idx="1"/>
          </p:nvPr>
        </p:nvPicPr>
        <p:blipFill>
          <a:blip r:embed="rId2"/>
          <a:stretch>
            <a:fillRect/>
          </a:stretch>
        </p:blipFill>
        <p:spPr>
          <a:xfrm>
            <a:off x="285751" y="1190846"/>
            <a:ext cx="4402627" cy="5061039"/>
          </a:xfrm>
          <a:prstGeom prst="rect">
            <a:avLst/>
          </a:prstGeom>
        </p:spPr>
      </p:pic>
      <p:sp>
        <p:nvSpPr>
          <p:cNvPr id="3" name="Titre 2">
            <a:extLst>
              <a:ext uri="{FF2B5EF4-FFF2-40B4-BE49-F238E27FC236}">
                <a16:creationId xmlns:a16="http://schemas.microsoft.com/office/drawing/2014/main" id="{FA6819E3-C89B-4440-8E31-F5B1EE9E9A0F}"/>
              </a:ext>
            </a:extLst>
          </p:cNvPr>
          <p:cNvSpPr>
            <a:spLocks noGrp="1"/>
          </p:cNvSpPr>
          <p:nvPr>
            <p:ph type="title"/>
          </p:nvPr>
        </p:nvSpPr>
        <p:spPr/>
        <p:txBody>
          <a:bodyPr>
            <a:normAutofit/>
          </a:bodyPr>
          <a:lstStyle/>
          <a:p>
            <a:r>
              <a:rPr lang="fr-BE" dirty="0"/>
              <a:t>Implémentation</a:t>
            </a:r>
          </a:p>
        </p:txBody>
      </p:sp>
      <p:sp>
        <p:nvSpPr>
          <p:cNvPr id="4" name="Espace réservé du numéro de diapositive 3">
            <a:extLst>
              <a:ext uri="{FF2B5EF4-FFF2-40B4-BE49-F238E27FC236}">
                <a16:creationId xmlns:a16="http://schemas.microsoft.com/office/drawing/2014/main" id="{F7DF1BFB-2A77-41E2-9134-7C707C1BC44A}"/>
              </a:ext>
            </a:extLst>
          </p:cNvPr>
          <p:cNvSpPr>
            <a:spLocks noGrp="1"/>
          </p:cNvSpPr>
          <p:nvPr>
            <p:ph type="sldNum" sz="quarter" idx="10"/>
          </p:nvPr>
        </p:nvSpPr>
        <p:spPr/>
        <p:txBody>
          <a:bodyPr/>
          <a:lstStyle/>
          <a:p>
            <a:fld id="{26DF9506-C750-44C3-8E12-610AD4C8F1FD}" type="slidenum">
              <a:rPr lang="fr-BE" smtClean="0"/>
              <a:t>32</a:t>
            </a:fld>
            <a:endParaRPr lang="fr-BE"/>
          </a:p>
        </p:txBody>
      </p:sp>
      <p:pic>
        <p:nvPicPr>
          <p:cNvPr id="6" name="Image 5">
            <a:extLst>
              <a:ext uri="{FF2B5EF4-FFF2-40B4-BE49-F238E27FC236}">
                <a16:creationId xmlns:a16="http://schemas.microsoft.com/office/drawing/2014/main" id="{CDB1770D-30BA-457B-B57B-79313F384D50}"/>
              </a:ext>
            </a:extLst>
          </p:cNvPr>
          <p:cNvPicPr>
            <a:picLocks noChangeAspect="1"/>
          </p:cNvPicPr>
          <p:nvPr/>
        </p:nvPicPr>
        <p:blipFill>
          <a:blip r:embed="rId3"/>
          <a:stretch>
            <a:fillRect/>
          </a:stretch>
        </p:blipFill>
        <p:spPr>
          <a:xfrm>
            <a:off x="4812925" y="1190846"/>
            <a:ext cx="4245022" cy="5061039"/>
          </a:xfrm>
          <a:prstGeom prst="rect">
            <a:avLst/>
          </a:prstGeom>
        </p:spPr>
      </p:pic>
    </p:spTree>
    <p:extLst>
      <p:ext uri="{BB962C8B-B14F-4D97-AF65-F5344CB8AC3E}">
        <p14:creationId xmlns:p14="http://schemas.microsoft.com/office/powerpoint/2010/main" val="242099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977814D-28AC-441D-9570-D61A41458A64}"/>
              </a:ext>
            </a:extLst>
          </p:cNvPr>
          <p:cNvSpPr>
            <a:spLocks noGrp="1"/>
          </p:cNvSpPr>
          <p:nvPr>
            <p:ph idx="1"/>
          </p:nvPr>
        </p:nvSpPr>
        <p:spPr/>
        <p:txBody>
          <a:bodyPr/>
          <a:lstStyle/>
          <a:p>
            <a:endParaRPr lang="fr-BE" dirty="0"/>
          </a:p>
        </p:txBody>
      </p:sp>
      <p:sp>
        <p:nvSpPr>
          <p:cNvPr id="3" name="Titre 2">
            <a:extLst>
              <a:ext uri="{FF2B5EF4-FFF2-40B4-BE49-F238E27FC236}">
                <a16:creationId xmlns:a16="http://schemas.microsoft.com/office/drawing/2014/main" id="{5CD29FB2-DA32-4F08-BC85-6A9E4EF730B1}"/>
              </a:ext>
            </a:extLst>
          </p:cNvPr>
          <p:cNvSpPr>
            <a:spLocks noGrp="1"/>
          </p:cNvSpPr>
          <p:nvPr>
            <p:ph type="title"/>
          </p:nvPr>
        </p:nvSpPr>
        <p:spPr/>
        <p:txBody>
          <a:bodyPr/>
          <a:lstStyle/>
          <a:p>
            <a:r>
              <a:rPr lang="fr-BE" dirty="0"/>
              <a:t>Implémentation</a:t>
            </a:r>
          </a:p>
        </p:txBody>
      </p:sp>
      <p:sp>
        <p:nvSpPr>
          <p:cNvPr id="4" name="Espace réservé du numéro de diapositive 3">
            <a:extLst>
              <a:ext uri="{FF2B5EF4-FFF2-40B4-BE49-F238E27FC236}">
                <a16:creationId xmlns:a16="http://schemas.microsoft.com/office/drawing/2014/main" id="{23494CF4-A415-4056-9A33-9F31BB8AAAA9}"/>
              </a:ext>
            </a:extLst>
          </p:cNvPr>
          <p:cNvSpPr>
            <a:spLocks noGrp="1"/>
          </p:cNvSpPr>
          <p:nvPr>
            <p:ph type="sldNum" sz="quarter" idx="10"/>
          </p:nvPr>
        </p:nvSpPr>
        <p:spPr/>
        <p:txBody>
          <a:bodyPr/>
          <a:lstStyle/>
          <a:p>
            <a:fld id="{26DF9506-C750-44C3-8E12-610AD4C8F1FD}" type="slidenum">
              <a:rPr lang="fr-BE" smtClean="0"/>
              <a:t>33</a:t>
            </a:fld>
            <a:endParaRPr lang="fr-BE"/>
          </a:p>
        </p:txBody>
      </p:sp>
      <p:pic>
        <p:nvPicPr>
          <p:cNvPr id="5" name="Image 4">
            <a:extLst>
              <a:ext uri="{FF2B5EF4-FFF2-40B4-BE49-F238E27FC236}">
                <a16:creationId xmlns:a16="http://schemas.microsoft.com/office/drawing/2014/main" id="{B62F77FC-80C0-486E-9FBA-E060736E6497}"/>
              </a:ext>
            </a:extLst>
          </p:cNvPr>
          <p:cNvPicPr>
            <a:picLocks noChangeAspect="1"/>
          </p:cNvPicPr>
          <p:nvPr/>
        </p:nvPicPr>
        <p:blipFill>
          <a:blip r:embed="rId2"/>
          <a:stretch>
            <a:fillRect/>
          </a:stretch>
        </p:blipFill>
        <p:spPr>
          <a:xfrm>
            <a:off x="1783952" y="1141670"/>
            <a:ext cx="5576096" cy="5303580"/>
          </a:xfrm>
          <a:prstGeom prst="rect">
            <a:avLst/>
          </a:prstGeom>
        </p:spPr>
      </p:pic>
    </p:spTree>
    <p:extLst>
      <p:ext uri="{BB962C8B-B14F-4D97-AF65-F5344CB8AC3E}">
        <p14:creationId xmlns:p14="http://schemas.microsoft.com/office/powerpoint/2010/main" val="2049243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5F5DBA8-6D9E-4C17-BFC3-F4EC4F104238}"/>
              </a:ext>
            </a:extLst>
          </p:cNvPr>
          <p:cNvSpPr>
            <a:spLocks noGrp="1"/>
          </p:cNvSpPr>
          <p:nvPr>
            <p:ph idx="1"/>
          </p:nvPr>
        </p:nvSpPr>
        <p:spPr/>
        <p:txBody>
          <a:bodyPr/>
          <a:lstStyle/>
          <a:p>
            <a:r>
              <a:rPr lang="fr-BE" dirty="0" err="1"/>
              <a:t>Multiprocessing</a:t>
            </a:r>
            <a:endParaRPr lang="fr-BE" dirty="0"/>
          </a:p>
          <a:p>
            <a:pPr marL="457200" lvl="1" indent="0">
              <a:buNone/>
            </a:pPr>
            <a:r>
              <a:rPr lang="fr-BE" dirty="0"/>
              <a:t>Code orienté CPU</a:t>
            </a:r>
          </a:p>
          <a:p>
            <a:endParaRPr lang="fr-BE" dirty="0"/>
          </a:p>
          <a:p>
            <a:r>
              <a:rPr lang="fr-BE" dirty="0" err="1"/>
              <a:t>Joblib</a:t>
            </a:r>
            <a:endParaRPr lang="fr-BE" dirty="0"/>
          </a:p>
          <a:p>
            <a:pPr marL="457200" lvl="1" indent="0">
              <a:buNone/>
            </a:pPr>
            <a:r>
              <a:rPr lang="fr-BE" dirty="0"/>
              <a:t>Code orienté pour des grandes quantités de données</a:t>
            </a:r>
          </a:p>
          <a:p>
            <a:endParaRPr lang="fr-BE" dirty="0"/>
          </a:p>
          <a:p>
            <a:r>
              <a:rPr lang="fr-BE" dirty="0" err="1"/>
              <a:t>Concurrent.futures</a:t>
            </a:r>
            <a:endParaRPr lang="fr-BE" dirty="0"/>
          </a:p>
          <a:p>
            <a:pPr marL="457200" lvl="1" indent="0">
              <a:buNone/>
            </a:pPr>
            <a:r>
              <a:rPr lang="fr-BE" dirty="0"/>
              <a:t>Similaire à threading</a:t>
            </a:r>
          </a:p>
        </p:txBody>
      </p:sp>
      <p:sp>
        <p:nvSpPr>
          <p:cNvPr id="3" name="Titre 2">
            <a:extLst>
              <a:ext uri="{FF2B5EF4-FFF2-40B4-BE49-F238E27FC236}">
                <a16:creationId xmlns:a16="http://schemas.microsoft.com/office/drawing/2014/main" id="{CF10D857-D467-4208-8C31-149811F03025}"/>
              </a:ext>
            </a:extLst>
          </p:cNvPr>
          <p:cNvSpPr>
            <a:spLocks noGrp="1"/>
          </p:cNvSpPr>
          <p:nvPr>
            <p:ph type="title"/>
          </p:nvPr>
        </p:nvSpPr>
        <p:spPr/>
        <p:txBody>
          <a:bodyPr/>
          <a:lstStyle/>
          <a:p>
            <a:r>
              <a:rPr lang="fr-BE" dirty="0"/>
              <a:t>Autres méthodes</a:t>
            </a:r>
          </a:p>
        </p:txBody>
      </p:sp>
      <p:sp>
        <p:nvSpPr>
          <p:cNvPr id="4" name="Espace réservé du numéro de diapositive 3">
            <a:extLst>
              <a:ext uri="{FF2B5EF4-FFF2-40B4-BE49-F238E27FC236}">
                <a16:creationId xmlns:a16="http://schemas.microsoft.com/office/drawing/2014/main" id="{9BEB3C30-C152-4201-A11F-52B76D8C4656}"/>
              </a:ext>
            </a:extLst>
          </p:cNvPr>
          <p:cNvSpPr>
            <a:spLocks noGrp="1"/>
          </p:cNvSpPr>
          <p:nvPr>
            <p:ph type="sldNum" sz="quarter" idx="10"/>
          </p:nvPr>
        </p:nvSpPr>
        <p:spPr/>
        <p:txBody>
          <a:bodyPr/>
          <a:lstStyle/>
          <a:p>
            <a:fld id="{26DF9506-C750-44C3-8E12-610AD4C8F1FD}" type="slidenum">
              <a:rPr lang="fr-BE" smtClean="0"/>
              <a:t>34</a:t>
            </a:fld>
            <a:endParaRPr lang="fr-BE"/>
          </a:p>
        </p:txBody>
      </p:sp>
    </p:spTree>
    <p:extLst>
      <p:ext uri="{BB962C8B-B14F-4D97-AF65-F5344CB8AC3E}">
        <p14:creationId xmlns:p14="http://schemas.microsoft.com/office/powerpoint/2010/main" val="292145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2C7DA484-E373-4D32-A7B7-57FCD6D9DB26}"/>
              </a:ext>
            </a:extLst>
          </p:cNvPr>
          <p:cNvPicPr>
            <a:picLocks noGrp="1" noChangeAspect="1"/>
          </p:cNvPicPr>
          <p:nvPr>
            <p:ph idx="1"/>
          </p:nvPr>
        </p:nvPicPr>
        <p:blipFill>
          <a:blip r:embed="rId2"/>
          <a:stretch>
            <a:fillRect/>
          </a:stretch>
        </p:blipFill>
        <p:spPr>
          <a:xfrm>
            <a:off x="285751" y="1190847"/>
            <a:ext cx="4995604" cy="5027073"/>
          </a:xfrm>
          <a:prstGeom prst="rect">
            <a:avLst/>
          </a:prstGeom>
        </p:spPr>
      </p:pic>
      <p:sp>
        <p:nvSpPr>
          <p:cNvPr id="3" name="Titre 2">
            <a:extLst>
              <a:ext uri="{FF2B5EF4-FFF2-40B4-BE49-F238E27FC236}">
                <a16:creationId xmlns:a16="http://schemas.microsoft.com/office/drawing/2014/main" id="{63CF9F13-628D-4F99-B768-842952D8C4E9}"/>
              </a:ext>
            </a:extLst>
          </p:cNvPr>
          <p:cNvSpPr>
            <a:spLocks noGrp="1"/>
          </p:cNvSpPr>
          <p:nvPr>
            <p:ph type="title"/>
          </p:nvPr>
        </p:nvSpPr>
        <p:spPr/>
        <p:txBody>
          <a:bodyPr/>
          <a:lstStyle/>
          <a:p>
            <a:r>
              <a:rPr lang="fr-BE" dirty="0" err="1"/>
              <a:t>Concurrent.futures</a:t>
            </a:r>
            <a:endParaRPr lang="fr-BE" dirty="0"/>
          </a:p>
        </p:txBody>
      </p:sp>
      <p:sp>
        <p:nvSpPr>
          <p:cNvPr id="4" name="Espace réservé du numéro de diapositive 3">
            <a:extLst>
              <a:ext uri="{FF2B5EF4-FFF2-40B4-BE49-F238E27FC236}">
                <a16:creationId xmlns:a16="http://schemas.microsoft.com/office/drawing/2014/main" id="{795F195B-2C13-4976-856E-33CF736B940F}"/>
              </a:ext>
            </a:extLst>
          </p:cNvPr>
          <p:cNvSpPr>
            <a:spLocks noGrp="1"/>
          </p:cNvSpPr>
          <p:nvPr>
            <p:ph type="sldNum" sz="quarter" idx="10"/>
          </p:nvPr>
        </p:nvSpPr>
        <p:spPr/>
        <p:txBody>
          <a:bodyPr/>
          <a:lstStyle/>
          <a:p>
            <a:fld id="{26DF9506-C750-44C3-8E12-610AD4C8F1FD}" type="slidenum">
              <a:rPr lang="fr-BE" smtClean="0"/>
              <a:t>35</a:t>
            </a:fld>
            <a:endParaRPr lang="fr-BE"/>
          </a:p>
        </p:txBody>
      </p:sp>
      <p:pic>
        <p:nvPicPr>
          <p:cNvPr id="6" name="Image 5">
            <a:extLst>
              <a:ext uri="{FF2B5EF4-FFF2-40B4-BE49-F238E27FC236}">
                <a16:creationId xmlns:a16="http://schemas.microsoft.com/office/drawing/2014/main" id="{8096DFD9-26FF-4922-8A8A-11A994C1B3F6}"/>
              </a:ext>
            </a:extLst>
          </p:cNvPr>
          <p:cNvPicPr>
            <a:picLocks noChangeAspect="1"/>
          </p:cNvPicPr>
          <p:nvPr/>
        </p:nvPicPr>
        <p:blipFill>
          <a:blip r:embed="rId3"/>
          <a:stretch>
            <a:fillRect/>
          </a:stretch>
        </p:blipFill>
        <p:spPr>
          <a:xfrm>
            <a:off x="6198177" y="1190847"/>
            <a:ext cx="2172740" cy="5061104"/>
          </a:xfrm>
          <a:prstGeom prst="rect">
            <a:avLst/>
          </a:prstGeom>
        </p:spPr>
      </p:pic>
    </p:spTree>
    <p:extLst>
      <p:ext uri="{BB962C8B-B14F-4D97-AF65-F5344CB8AC3E}">
        <p14:creationId xmlns:p14="http://schemas.microsoft.com/office/powerpoint/2010/main" val="663776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87B051-16F8-4B50-803C-8505DBE9ECD4}"/>
              </a:ext>
            </a:extLst>
          </p:cNvPr>
          <p:cNvSpPr>
            <a:spLocks noGrp="1"/>
          </p:cNvSpPr>
          <p:nvPr>
            <p:ph type="title"/>
          </p:nvPr>
        </p:nvSpPr>
        <p:spPr>
          <a:xfrm>
            <a:off x="1519843" y="3110491"/>
            <a:ext cx="7886700" cy="1169698"/>
          </a:xfrm>
        </p:spPr>
        <p:txBody>
          <a:bodyPr/>
          <a:lstStyle/>
          <a:p>
            <a:r>
              <a:rPr lang="fr-FR" sz="4400" dirty="0"/>
              <a:t>Les tests</a:t>
            </a:r>
            <a:endParaRPr lang="fr-BE" sz="4400" dirty="0"/>
          </a:p>
        </p:txBody>
      </p:sp>
      <p:sp>
        <p:nvSpPr>
          <p:cNvPr id="3" name="Espace réservé du numéro de diapositive 2">
            <a:extLst>
              <a:ext uri="{FF2B5EF4-FFF2-40B4-BE49-F238E27FC236}">
                <a16:creationId xmlns:a16="http://schemas.microsoft.com/office/drawing/2014/main" id="{E92B0AA5-3545-4384-864F-D1FEEA8C72BE}"/>
              </a:ext>
            </a:extLst>
          </p:cNvPr>
          <p:cNvSpPr>
            <a:spLocks noGrp="1"/>
          </p:cNvSpPr>
          <p:nvPr>
            <p:ph type="sldNum" sz="quarter" idx="10"/>
          </p:nvPr>
        </p:nvSpPr>
        <p:spPr/>
        <p:txBody>
          <a:bodyPr/>
          <a:lstStyle/>
          <a:p>
            <a:fld id="{26DF9506-C750-44C3-8E12-610AD4C8F1FD}" type="slidenum">
              <a:rPr lang="fr-BE" smtClean="0"/>
              <a:t>36</a:t>
            </a:fld>
            <a:endParaRPr lang="fr-BE"/>
          </a:p>
        </p:txBody>
      </p:sp>
      <p:sp>
        <p:nvSpPr>
          <p:cNvPr id="4" name="ZoneTexte 3">
            <a:extLst>
              <a:ext uri="{FF2B5EF4-FFF2-40B4-BE49-F238E27FC236}">
                <a16:creationId xmlns:a16="http://schemas.microsoft.com/office/drawing/2014/main" id="{8EAFDF04-9D2B-48C6-A627-7D5E1C9B278B}"/>
              </a:ext>
            </a:extLst>
          </p:cNvPr>
          <p:cNvSpPr txBox="1"/>
          <p:nvPr/>
        </p:nvSpPr>
        <p:spPr>
          <a:xfrm>
            <a:off x="1519843" y="3110491"/>
            <a:ext cx="2981325" cy="369332"/>
          </a:xfrm>
          <a:prstGeom prst="rect">
            <a:avLst/>
          </a:prstGeom>
          <a:noFill/>
        </p:spPr>
        <p:txBody>
          <a:bodyPr wrap="square" rtlCol="0">
            <a:spAutoFit/>
          </a:bodyPr>
          <a:lstStyle/>
          <a:p>
            <a:r>
              <a:rPr lang="fr-FR" dirty="0">
                <a:solidFill>
                  <a:schemeClr val="bg1">
                    <a:lumMod val="50000"/>
                  </a:schemeClr>
                </a:solidFill>
              </a:rPr>
              <a:t>Chapitre 3</a:t>
            </a:r>
            <a:endParaRPr lang="fr-BE" dirty="0">
              <a:solidFill>
                <a:schemeClr val="bg1">
                  <a:lumMod val="50000"/>
                </a:schemeClr>
              </a:solidFill>
            </a:endParaRPr>
          </a:p>
        </p:txBody>
      </p:sp>
    </p:spTree>
    <p:extLst>
      <p:ext uri="{BB962C8B-B14F-4D97-AF65-F5344CB8AC3E}">
        <p14:creationId xmlns:p14="http://schemas.microsoft.com/office/powerpoint/2010/main" val="40896630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C6FE24C1-FE1F-463D-8243-51F39F33E06D}"/>
              </a:ext>
            </a:extLst>
          </p:cNvPr>
          <p:cNvSpPr>
            <a:spLocks noGrp="1"/>
          </p:cNvSpPr>
          <p:nvPr>
            <p:ph idx="1"/>
          </p:nvPr>
        </p:nvSpPr>
        <p:spPr/>
        <p:txBody>
          <a:bodyPr/>
          <a:lstStyle/>
          <a:p>
            <a:endParaRPr lang="fr-BE" dirty="0"/>
          </a:p>
        </p:txBody>
      </p:sp>
      <p:sp>
        <p:nvSpPr>
          <p:cNvPr id="3" name="Titre 2">
            <a:extLst>
              <a:ext uri="{FF2B5EF4-FFF2-40B4-BE49-F238E27FC236}">
                <a16:creationId xmlns:a16="http://schemas.microsoft.com/office/drawing/2014/main" id="{F4101795-E001-4FB9-8B93-8B0BCF868CFF}"/>
              </a:ext>
            </a:extLst>
          </p:cNvPr>
          <p:cNvSpPr>
            <a:spLocks noGrp="1"/>
          </p:cNvSpPr>
          <p:nvPr>
            <p:ph type="title"/>
          </p:nvPr>
        </p:nvSpPr>
        <p:spPr/>
        <p:txBody>
          <a:bodyPr/>
          <a:lstStyle/>
          <a:p>
            <a:endParaRPr lang="fr-BE"/>
          </a:p>
        </p:txBody>
      </p:sp>
      <p:sp>
        <p:nvSpPr>
          <p:cNvPr id="4" name="Espace réservé du numéro de diapositive 3">
            <a:extLst>
              <a:ext uri="{FF2B5EF4-FFF2-40B4-BE49-F238E27FC236}">
                <a16:creationId xmlns:a16="http://schemas.microsoft.com/office/drawing/2014/main" id="{0F43FB16-9E2F-458B-B104-78AE7C2BF6CF}"/>
              </a:ext>
            </a:extLst>
          </p:cNvPr>
          <p:cNvSpPr>
            <a:spLocks noGrp="1"/>
          </p:cNvSpPr>
          <p:nvPr>
            <p:ph type="sldNum" sz="quarter" idx="10"/>
          </p:nvPr>
        </p:nvSpPr>
        <p:spPr/>
        <p:txBody>
          <a:bodyPr/>
          <a:lstStyle/>
          <a:p>
            <a:fld id="{26DF9506-C750-44C3-8E12-610AD4C8F1FD}" type="slidenum">
              <a:rPr lang="fr-BE" smtClean="0"/>
              <a:t>37</a:t>
            </a:fld>
            <a:endParaRPr lang="fr-BE"/>
          </a:p>
        </p:txBody>
      </p:sp>
      <p:pic>
        <p:nvPicPr>
          <p:cNvPr id="1026" name="Picture 2" descr="Une image contenant texte, logo, Police, capture d’écran&#10;&#10;Description générée automatiquement">
            <a:extLst>
              <a:ext uri="{FF2B5EF4-FFF2-40B4-BE49-F238E27FC236}">
                <a16:creationId xmlns:a16="http://schemas.microsoft.com/office/drawing/2014/main" id="{3BCF6EC4-0B3D-4363-9D1A-B65912A933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363" y="1534896"/>
            <a:ext cx="8539273" cy="4803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5608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19A8919-BAEE-4ECA-924A-78DD6F8EFF0F}"/>
              </a:ext>
            </a:extLst>
          </p:cNvPr>
          <p:cNvSpPr>
            <a:spLocks noGrp="1"/>
          </p:cNvSpPr>
          <p:nvPr>
            <p:ph idx="1"/>
          </p:nvPr>
        </p:nvSpPr>
        <p:spPr/>
        <p:txBody>
          <a:bodyPr/>
          <a:lstStyle/>
          <a:p>
            <a:endParaRPr lang="fr-BE"/>
          </a:p>
        </p:txBody>
      </p:sp>
      <p:sp>
        <p:nvSpPr>
          <p:cNvPr id="3" name="Titre 2">
            <a:extLst>
              <a:ext uri="{FF2B5EF4-FFF2-40B4-BE49-F238E27FC236}">
                <a16:creationId xmlns:a16="http://schemas.microsoft.com/office/drawing/2014/main" id="{57FF4F71-3576-41A3-A476-DE31D70631FD}"/>
              </a:ext>
            </a:extLst>
          </p:cNvPr>
          <p:cNvSpPr>
            <a:spLocks noGrp="1"/>
          </p:cNvSpPr>
          <p:nvPr>
            <p:ph type="title"/>
          </p:nvPr>
        </p:nvSpPr>
        <p:spPr/>
        <p:txBody>
          <a:bodyPr/>
          <a:lstStyle/>
          <a:p>
            <a:endParaRPr lang="fr-BE"/>
          </a:p>
        </p:txBody>
      </p:sp>
      <p:sp>
        <p:nvSpPr>
          <p:cNvPr id="4" name="Espace réservé du numéro de diapositive 3">
            <a:extLst>
              <a:ext uri="{FF2B5EF4-FFF2-40B4-BE49-F238E27FC236}">
                <a16:creationId xmlns:a16="http://schemas.microsoft.com/office/drawing/2014/main" id="{F423F227-37D1-4BC6-8FBC-2D188540B114}"/>
              </a:ext>
            </a:extLst>
          </p:cNvPr>
          <p:cNvSpPr>
            <a:spLocks noGrp="1"/>
          </p:cNvSpPr>
          <p:nvPr>
            <p:ph type="sldNum" sz="quarter" idx="10"/>
          </p:nvPr>
        </p:nvSpPr>
        <p:spPr/>
        <p:txBody>
          <a:bodyPr/>
          <a:lstStyle/>
          <a:p>
            <a:fld id="{26DF9506-C750-44C3-8E12-610AD4C8F1FD}" type="slidenum">
              <a:rPr lang="fr-BE" smtClean="0"/>
              <a:t>38</a:t>
            </a:fld>
            <a:endParaRPr lang="fr-BE"/>
          </a:p>
        </p:txBody>
      </p:sp>
      <p:pic>
        <p:nvPicPr>
          <p:cNvPr id="2050" name="Picture 2" descr="The testing quadrant and the testing pyramid">
            <a:extLst>
              <a:ext uri="{FF2B5EF4-FFF2-40B4-BE49-F238E27FC236}">
                <a16:creationId xmlns:a16="http://schemas.microsoft.com/office/drawing/2014/main" id="{7A8A364C-A1D9-4AD8-828C-B6CC96D5D8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72018"/>
            <a:ext cx="9144000" cy="4803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2637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D84EED5-77E7-4701-9868-DE5305A10013}"/>
              </a:ext>
            </a:extLst>
          </p:cNvPr>
          <p:cNvSpPr>
            <a:spLocks noGrp="1"/>
          </p:cNvSpPr>
          <p:nvPr>
            <p:ph idx="1"/>
          </p:nvPr>
        </p:nvSpPr>
        <p:spPr>
          <a:xfrm>
            <a:off x="318977" y="1283368"/>
            <a:ext cx="8539273" cy="4691405"/>
          </a:xfrm>
        </p:spPr>
        <p:txBody>
          <a:bodyPr/>
          <a:lstStyle/>
          <a:p>
            <a:r>
              <a:rPr lang="fr-BE" dirty="0"/>
              <a:t>Tests manuels / Tests automatiques</a:t>
            </a:r>
          </a:p>
          <a:p>
            <a:endParaRPr lang="fr-BE" dirty="0"/>
          </a:p>
          <a:p>
            <a:r>
              <a:rPr lang="fr-BE" dirty="0"/>
              <a:t>Tests unitaires / Tests d’intégration</a:t>
            </a:r>
          </a:p>
          <a:p>
            <a:endParaRPr lang="fr-BE" dirty="0"/>
          </a:p>
          <a:p>
            <a:r>
              <a:rPr lang="fr-BE" dirty="0"/>
              <a:t>Les tests doivent être déterministes</a:t>
            </a:r>
          </a:p>
          <a:p>
            <a:endParaRPr lang="fr-BE" dirty="0"/>
          </a:p>
          <a:p>
            <a:r>
              <a:rPr lang="fr-BE" dirty="0"/>
              <a:t>Exemple</a:t>
            </a:r>
          </a:p>
          <a:p>
            <a:endParaRPr lang="fr-BE" dirty="0"/>
          </a:p>
        </p:txBody>
      </p:sp>
      <p:sp>
        <p:nvSpPr>
          <p:cNvPr id="3" name="Titre 2">
            <a:extLst>
              <a:ext uri="{FF2B5EF4-FFF2-40B4-BE49-F238E27FC236}">
                <a16:creationId xmlns:a16="http://schemas.microsoft.com/office/drawing/2014/main" id="{9B0173E6-A5C2-4045-89AE-047061A872AD}"/>
              </a:ext>
            </a:extLst>
          </p:cNvPr>
          <p:cNvSpPr>
            <a:spLocks noGrp="1"/>
          </p:cNvSpPr>
          <p:nvPr>
            <p:ph type="title"/>
          </p:nvPr>
        </p:nvSpPr>
        <p:spPr/>
        <p:txBody>
          <a:bodyPr/>
          <a:lstStyle/>
          <a:p>
            <a:r>
              <a:rPr lang="fr-BE" dirty="0"/>
              <a:t>Les types de tests</a:t>
            </a:r>
          </a:p>
        </p:txBody>
      </p:sp>
      <p:sp>
        <p:nvSpPr>
          <p:cNvPr id="4" name="Espace réservé du numéro de diapositive 3">
            <a:extLst>
              <a:ext uri="{FF2B5EF4-FFF2-40B4-BE49-F238E27FC236}">
                <a16:creationId xmlns:a16="http://schemas.microsoft.com/office/drawing/2014/main" id="{F8582864-E100-42E2-A14D-0BA5708C6532}"/>
              </a:ext>
            </a:extLst>
          </p:cNvPr>
          <p:cNvSpPr>
            <a:spLocks noGrp="1"/>
          </p:cNvSpPr>
          <p:nvPr>
            <p:ph type="sldNum" sz="quarter" idx="10"/>
          </p:nvPr>
        </p:nvSpPr>
        <p:spPr/>
        <p:txBody>
          <a:bodyPr/>
          <a:lstStyle/>
          <a:p>
            <a:fld id="{26DF9506-C750-44C3-8E12-610AD4C8F1FD}" type="slidenum">
              <a:rPr lang="fr-BE" smtClean="0"/>
              <a:t>39</a:t>
            </a:fld>
            <a:endParaRPr lang="fr-BE"/>
          </a:p>
        </p:txBody>
      </p:sp>
      <p:pic>
        <p:nvPicPr>
          <p:cNvPr id="5" name="Image 4">
            <a:extLst>
              <a:ext uri="{FF2B5EF4-FFF2-40B4-BE49-F238E27FC236}">
                <a16:creationId xmlns:a16="http://schemas.microsoft.com/office/drawing/2014/main" id="{89899EA0-1708-4B60-B74E-F7D47ADFE517}"/>
              </a:ext>
            </a:extLst>
          </p:cNvPr>
          <p:cNvPicPr>
            <a:picLocks noChangeAspect="1"/>
          </p:cNvPicPr>
          <p:nvPr/>
        </p:nvPicPr>
        <p:blipFill>
          <a:blip r:embed="rId2"/>
          <a:stretch>
            <a:fillRect/>
          </a:stretch>
        </p:blipFill>
        <p:spPr>
          <a:xfrm>
            <a:off x="2381250" y="4564393"/>
            <a:ext cx="4381500" cy="1619250"/>
          </a:xfrm>
          <a:prstGeom prst="rect">
            <a:avLst/>
          </a:prstGeom>
        </p:spPr>
      </p:pic>
    </p:spTree>
    <p:extLst>
      <p:ext uri="{BB962C8B-B14F-4D97-AF65-F5344CB8AC3E}">
        <p14:creationId xmlns:p14="http://schemas.microsoft.com/office/powerpoint/2010/main" val="827759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1C916AC7-3179-4831-909B-24A073C9F6DE}"/>
              </a:ext>
            </a:extLst>
          </p:cNvPr>
          <p:cNvSpPr>
            <a:spLocks noGrp="1"/>
          </p:cNvSpPr>
          <p:nvPr>
            <p:ph idx="1"/>
          </p:nvPr>
        </p:nvSpPr>
        <p:spPr/>
        <p:txBody>
          <a:bodyPr/>
          <a:lstStyle/>
          <a:p>
            <a:r>
              <a:rPr lang="fr-BE" dirty="0" err="1"/>
              <a:t>Unittest</a:t>
            </a:r>
            <a:endParaRPr lang="fr-BE" dirty="0"/>
          </a:p>
          <a:p>
            <a:pPr marL="457200" lvl="1" indent="0">
              <a:buNone/>
            </a:pPr>
            <a:r>
              <a:rPr lang="fr-BE" dirty="0"/>
              <a:t>Librairie libre intégrée aux standards Python</a:t>
            </a:r>
          </a:p>
          <a:p>
            <a:pPr marL="457200" lvl="1" indent="0">
              <a:buNone/>
            </a:pPr>
            <a:endParaRPr lang="fr-BE" dirty="0"/>
          </a:p>
          <a:p>
            <a:r>
              <a:rPr lang="fr-BE" dirty="0"/>
              <a:t>Nose2</a:t>
            </a:r>
          </a:p>
          <a:p>
            <a:pPr marL="457200" lvl="1" indent="0">
              <a:buNone/>
            </a:pPr>
            <a:r>
              <a:rPr lang="fr-BE" dirty="0"/>
              <a:t>« Comprend » les sorties </a:t>
            </a:r>
            <a:r>
              <a:rPr lang="fr-BE" dirty="0" err="1"/>
              <a:t>unittest</a:t>
            </a:r>
            <a:r>
              <a:rPr lang="fr-BE" dirty="0"/>
              <a:t> </a:t>
            </a:r>
          </a:p>
          <a:p>
            <a:pPr marL="457200" lvl="1" indent="0">
              <a:buNone/>
            </a:pPr>
            <a:r>
              <a:rPr lang="fr-BE" dirty="0"/>
              <a:t>Souvent utilisé quand la quantité de tests devient énorme</a:t>
            </a:r>
          </a:p>
          <a:p>
            <a:pPr marL="0" indent="0">
              <a:buNone/>
            </a:pPr>
            <a:endParaRPr lang="fr-BE" dirty="0"/>
          </a:p>
          <a:p>
            <a:r>
              <a:rPr lang="fr-BE" dirty="0" err="1"/>
              <a:t>Pytest</a:t>
            </a:r>
            <a:endParaRPr lang="fr-BE" dirty="0"/>
          </a:p>
          <a:p>
            <a:pPr marL="457200" lvl="1" indent="0">
              <a:buNone/>
            </a:pPr>
            <a:r>
              <a:rPr lang="fr-BE" dirty="0"/>
              <a:t>Librairie similaire à </a:t>
            </a:r>
            <a:r>
              <a:rPr lang="fr-BE" dirty="0" err="1"/>
              <a:t>unittest</a:t>
            </a:r>
            <a:r>
              <a:rPr lang="fr-BE" dirty="0"/>
              <a:t> qui considère comme test toute fonction commençant par test_</a:t>
            </a:r>
          </a:p>
        </p:txBody>
      </p:sp>
      <p:sp>
        <p:nvSpPr>
          <p:cNvPr id="3" name="Titre 2">
            <a:extLst>
              <a:ext uri="{FF2B5EF4-FFF2-40B4-BE49-F238E27FC236}">
                <a16:creationId xmlns:a16="http://schemas.microsoft.com/office/drawing/2014/main" id="{D665A18D-8498-4A31-B112-202E5F9140AD}"/>
              </a:ext>
            </a:extLst>
          </p:cNvPr>
          <p:cNvSpPr>
            <a:spLocks noGrp="1"/>
          </p:cNvSpPr>
          <p:nvPr>
            <p:ph type="title"/>
          </p:nvPr>
        </p:nvSpPr>
        <p:spPr/>
        <p:txBody>
          <a:bodyPr/>
          <a:lstStyle/>
          <a:p>
            <a:r>
              <a:rPr lang="fr-BE" dirty="0"/>
              <a:t>Exécuteur de tests</a:t>
            </a:r>
          </a:p>
        </p:txBody>
      </p:sp>
      <p:sp>
        <p:nvSpPr>
          <p:cNvPr id="4" name="Espace réservé du numéro de diapositive 3">
            <a:extLst>
              <a:ext uri="{FF2B5EF4-FFF2-40B4-BE49-F238E27FC236}">
                <a16:creationId xmlns:a16="http://schemas.microsoft.com/office/drawing/2014/main" id="{60CF0CC6-71B0-4932-903D-08C907A05718}"/>
              </a:ext>
            </a:extLst>
          </p:cNvPr>
          <p:cNvSpPr>
            <a:spLocks noGrp="1"/>
          </p:cNvSpPr>
          <p:nvPr>
            <p:ph type="sldNum" sz="quarter" idx="10"/>
          </p:nvPr>
        </p:nvSpPr>
        <p:spPr/>
        <p:txBody>
          <a:bodyPr/>
          <a:lstStyle/>
          <a:p>
            <a:fld id="{26DF9506-C750-44C3-8E12-610AD4C8F1FD}" type="slidenum">
              <a:rPr lang="fr-BE" smtClean="0"/>
              <a:t>40</a:t>
            </a:fld>
            <a:endParaRPr lang="fr-BE"/>
          </a:p>
        </p:txBody>
      </p:sp>
    </p:spTree>
    <p:extLst>
      <p:ext uri="{BB962C8B-B14F-4D97-AF65-F5344CB8AC3E}">
        <p14:creationId xmlns:p14="http://schemas.microsoft.com/office/powerpoint/2010/main" val="8380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87B051-16F8-4B50-803C-8505DBE9ECD4}"/>
              </a:ext>
            </a:extLst>
          </p:cNvPr>
          <p:cNvSpPr>
            <a:spLocks noGrp="1"/>
          </p:cNvSpPr>
          <p:nvPr>
            <p:ph type="title"/>
          </p:nvPr>
        </p:nvSpPr>
        <p:spPr>
          <a:xfrm>
            <a:off x="1519843" y="3110491"/>
            <a:ext cx="7886700" cy="1169698"/>
          </a:xfrm>
        </p:spPr>
        <p:txBody>
          <a:bodyPr/>
          <a:lstStyle/>
          <a:p>
            <a:r>
              <a:rPr lang="fr-FR" sz="4400" dirty="0"/>
              <a:t>Test &amp; </a:t>
            </a:r>
            <a:r>
              <a:rPr lang="fr-FR" sz="4400" dirty="0" err="1"/>
              <a:t>Mock</a:t>
            </a:r>
            <a:endParaRPr lang="fr-BE" sz="4400" dirty="0"/>
          </a:p>
        </p:txBody>
      </p:sp>
      <p:sp>
        <p:nvSpPr>
          <p:cNvPr id="3" name="Espace réservé du numéro de diapositive 2">
            <a:extLst>
              <a:ext uri="{FF2B5EF4-FFF2-40B4-BE49-F238E27FC236}">
                <a16:creationId xmlns:a16="http://schemas.microsoft.com/office/drawing/2014/main" id="{E92B0AA5-3545-4384-864F-D1FEEA8C72BE}"/>
              </a:ext>
            </a:extLst>
          </p:cNvPr>
          <p:cNvSpPr>
            <a:spLocks noGrp="1"/>
          </p:cNvSpPr>
          <p:nvPr>
            <p:ph type="sldNum" sz="quarter" idx="10"/>
          </p:nvPr>
        </p:nvSpPr>
        <p:spPr/>
        <p:txBody>
          <a:bodyPr/>
          <a:lstStyle/>
          <a:p>
            <a:fld id="{26DF9506-C750-44C3-8E12-610AD4C8F1FD}" type="slidenum">
              <a:rPr lang="fr-BE" smtClean="0"/>
              <a:t>41</a:t>
            </a:fld>
            <a:endParaRPr lang="fr-BE"/>
          </a:p>
        </p:txBody>
      </p:sp>
    </p:spTree>
    <p:extLst>
      <p:ext uri="{BB962C8B-B14F-4D97-AF65-F5344CB8AC3E}">
        <p14:creationId xmlns:p14="http://schemas.microsoft.com/office/powerpoint/2010/main" val="42272997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FC946C4A-1F0C-4AD8-9754-9BD3B62A8344}"/>
              </a:ext>
            </a:extLst>
          </p:cNvPr>
          <p:cNvPicPr>
            <a:picLocks noGrp="1" noChangeAspect="1"/>
          </p:cNvPicPr>
          <p:nvPr>
            <p:ph idx="1"/>
          </p:nvPr>
        </p:nvPicPr>
        <p:blipFill>
          <a:blip r:embed="rId2"/>
          <a:stretch>
            <a:fillRect/>
          </a:stretch>
        </p:blipFill>
        <p:spPr>
          <a:xfrm>
            <a:off x="4572000" y="1622887"/>
            <a:ext cx="3938155" cy="4102702"/>
          </a:xfrm>
          <a:prstGeom prst="rect">
            <a:avLst/>
          </a:prstGeom>
        </p:spPr>
      </p:pic>
      <p:sp>
        <p:nvSpPr>
          <p:cNvPr id="3" name="Titre 2">
            <a:extLst>
              <a:ext uri="{FF2B5EF4-FFF2-40B4-BE49-F238E27FC236}">
                <a16:creationId xmlns:a16="http://schemas.microsoft.com/office/drawing/2014/main" id="{26F0190A-518A-47B8-862B-FCC901E09858}"/>
              </a:ext>
            </a:extLst>
          </p:cNvPr>
          <p:cNvSpPr>
            <a:spLocks noGrp="1"/>
          </p:cNvSpPr>
          <p:nvPr>
            <p:ph type="title"/>
          </p:nvPr>
        </p:nvSpPr>
        <p:spPr/>
        <p:txBody>
          <a:bodyPr/>
          <a:lstStyle/>
          <a:p>
            <a:r>
              <a:rPr lang="fr-BE" dirty="0"/>
              <a:t>Exemple </a:t>
            </a:r>
            <a:r>
              <a:rPr lang="fr-BE" dirty="0" err="1"/>
              <a:t>unittest</a:t>
            </a:r>
            <a:endParaRPr lang="fr-BE" dirty="0"/>
          </a:p>
        </p:txBody>
      </p:sp>
      <p:sp>
        <p:nvSpPr>
          <p:cNvPr id="4" name="Espace réservé du numéro de diapositive 3">
            <a:extLst>
              <a:ext uri="{FF2B5EF4-FFF2-40B4-BE49-F238E27FC236}">
                <a16:creationId xmlns:a16="http://schemas.microsoft.com/office/drawing/2014/main" id="{B68C1665-FBDC-4A09-B9A0-8AC4B33B2F69}"/>
              </a:ext>
            </a:extLst>
          </p:cNvPr>
          <p:cNvSpPr>
            <a:spLocks noGrp="1"/>
          </p:cNvSpPr>
          <p:nvPr>
            <p:ph type="sldNum" sz="quarter" idx="10"/>
          </p:nvPr>
        </p:nvSpPr>
        <p:spPr/>
        <p:txBody>
          <a:bodyPr/>
          <a:lstStyle/>
          <a:p>
            <a:fld id="{26DF9506-C750-44C3-8E12-610AD4C8F1FD}" type="slidenum">
              <a:rPr lang="fr-BE" smtClean="0"/>
              <a:t>42</a:t>
            </a:fld>
            <a:endParaRPr lang="fr-BE"/>
          </a:p>
        </p:txBody>
      </p:sp>
      <p:pic>
        <p:nvPicPr>
          <p:cNvPr id="6" name="Image 5">
            <a:extLst>
              <a:ext uri="{FF2B5EF4-FFF2-40B4-BE49-F238E27FC236}">
                <a16:creationId xmlns:a16="http://schemas.microsoft.com/office/drawing/2014/main" id="{696D36D3-93C0-4FCF-BDA6-737B95EDAA21}"/>
              </a:ext>
            </a:extLst>
          </p:cNvPr>
          <p:cNvPicPr>
            <a:picLocks noChangeAspect="1"/>
          </p:cNvPicPr>
          <p:nvPr/>
        </p:nvPicPr>
        <p:blipFill>
          <a:blip r:embed="rId3"/>
          <a:stretch>
            <a:fillRect/>
          </a:stretch>
        </p:blipFill>
        <p:spPr>
          <a:xfrm>
            <a:off x="1323540" y="4027687"/>
            <a:ext cx="1800225" cy="1428750"/>
          </a:xfrm>
          <a:prstGeom prst="rect">
            <a:avLst/>
          </a:prstGeom>
        </p:spPr>
      </p:pic>
      <p:sp>
        <p:nvSpPr>
          <p:cNvPr id="9" name="ZoneTexte 8">
            <a:extLst>
              <a:ext uri="{FF2B5EF4-FFF2-40B4-BE49-F238E27FC236}">
                <a16:creationId xmlns:a16="http://schemas.microsoft.com/office/drawing/2014/main" id="{F4528C22-D979-47A3-9976-FBF6804A4409}"/>
              </a:ext>
            </a:extLst>
          </p:cNvPr>
          <p:cNvSpPr txBox="1"/>
          <p:nvPr/>
        </p:nvSpPr>
        <p:spPr>
          <a:xfrm>
            <a:off x="490450" y="1622887"/>
            <a:ext cx="3466407" cy="1754326"/>
          </a:xfrm>
          <a:prstGeom prst="rect">
            <a:avLst/>
          </a:prstGeom>
          <a:noFill/>
        </p:spPr>
        <p:txBody>
          <a:bodyPr wrap="square" rtlCol="0">
            <a:spAutoFit/>
          </a:bodyPr>
          <a:lstStyle/>
          <a:p>
            <a:r>
              <a:rPr lang="fr-BE" dirty="0"/>
              <a:t> Project/</a:t>
            </a:r>
          </a:p>
          <a:p>
            <a:r>
              <a:rPr lang="fr-BE" dirty="0"/>
              <a:t> |</a:t>
            </a:r>
          </a:p>
          <a:p>
            <a:r>
              <a:rPr lang="fr-BE" dirty="0"/>
              <a:t> |---- s/</a:t>
            </a:r>
          </a:p>
          <a:p>
            <a:r>
              <a:rPr lang="fr-BE" dirty="0"/>
              <a:t> |     └── __init__.py</a:t>
            </a:r>
          </a:p>
          <a:p>
            <a:r>
              <a:rPr lang="fr-BE" dirty="0"/>
              <a:t> |</a:t>
            </a:r>
          </a:p>
          <a:p>
            <a:r>
              <a:rPr lang="fr-BE" dirty="0"/>
              <a:t>└── test.py</a:t>
            </a:r>
          </a:p>
        </p:txBody>
      </p:sp>
    </p:spTree>
    <p:extLst>
      <p:ext uri="{BB962C8B-B14F-4D97-AF65-F5344CB8AC3E}">
        <p14:creationId xmlns:p14="http://schemas.microsoft.com/office/powerpoint/2010/main" val="2864798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771BC51D-A0A9-4FCB-A015-C7858C9B96D3}"/>
              </a:ext>
            </a:extLst>
          </p:cNvPr>
          <p:cNvSpPr>
            <a:spLocks noGrp="1"/>
          </p:cNvSpPr>
          <p:nvPr>
            <p:ph idx="1"/>
          </p:nvPr>
        </p:nvSpPr>
        <p:spPr/>
        <p:txBody>
          <a:bodyPr/>
          <a:lstStyle/>
          <a:p>
            <a:r>
              <a:rPr lang="fr-FR" dirty="0"/>
              <a:t>Tests dépendants de services externes, d’API, d’une base de données, etc.</a:t>
            </a:r>
          </a:p>
          <a:p>
            <a:endParaRPr lang="fr-FR" dirty="0"/>
          </a:p>
          <a:p>
            <a:r>
              <a:rPr lang="fr-FR" dirty="0"/>
              <a:t>Fiabilité faible</a:t>
            </a:r>
          </a:p>
          <a:p>
            <a:endParaRPr lang="fr-FR" dirty="0"/>
          </a:p>
          <a:p>
            <a:r>
              <a:rPr lang="fr-FR" dirty="0"/>
              <a:t>Long</a:t>
            </a:r>
          </a:p>
          <a:p>
            <a:endParaRPr lang="fr-FR" dirty="0"/>
          </a:p>
          <a:p>
            <a:r>
              <a:rPr lang="fr-FR" dirty="0"/>
              <a:t>Configuration complexe</a:t>
            </a:r>
          </a:p>
          <a:p>
            <a:endParaRPr lang="fr-FR" dirty="0"/>
          </a:p>
          <a:p>
            <a:endParaRPr lang="fr-BE" dirty="0"/>
          </a:p>
        </p:txBody>
      </p:sp>
      <p:sp>
        <p:nvSpPr>
          <p:cNvPr id="3" name="Titre 2">
            <a:extLst>
              <a:ext uri="{FF2B5EF4-FFF2-40B4-BE49-F238E27FC236}">
                <a16:creationId xmlns:a16="http://schemas.microsoft.com/office/drawing/2014/main" id="{467910CB-2333-4507-81CB-5781F0ECC21E}"/>
              </a:ext>
            </a:extLst>
          </p:cNvPr>
          <p:cNvSpPr>
            <a:spLocks noGrp="1"/>
          </p:cNvSpPr>
          <p:nvPr>
            <p:ph type="title"/>
          </p:nvPr>
        </p:nvSpPr>
        <p:spPr/>
        <p:txBody>
          <a:bodyPr/>
          <a:lstStyle/>
          <a:p>
            <a:r>
              <a:rPr lang="fr-FR" dirty="0"/>
              <a:t>Le </a:t>
            </a:r>
            <a:r>
              <a:rPr lang="fr-FR" dirty="0" err="1"/>
              <a:t>mock</a:t>
            </a:r>
            <a:endParaRPr lang="fr-BE" dirty="0"/>
          </a:p>
        </p:txBody>
      </p:sp>
      <p:sp>
        <p:nvSpPr>
          <p:cNvPr id="4" name="Espace réservé du numéro de diapositive 3">
            <a:extLst>
              <a:ext uri="{FF2B5EF4-FFF2-40B4-BE49-F238E27FC236}">
                <a16:creationId xmlns:a16="http://schemas.microsoft.com/office/drawing/2014/main" id="{FBD1EE3C-02D7-46EE-90EB-9908C85DB05F}"/>
              </a:ext>
            </a:extLst>
          </p:cNvPr>
          <p:cNvSpPr>
            <a:spLocks noGrp="1"/>
          </p:cNvSpPr>
          <p:nvPr>
            <p:ph type="sldNum" sz="quarter" idx="10"/>
          </p:nvPr>
        </p:nvSpPr>
        <p:spPr/>
        <p:txBody>
          <a:bodyPr/>
          <a:lstStyle/>
          <a:p>
            <a:fld id="{26DF9506-C750-44C3-8E12-610AD4C8F1FD}" type="slidenum">
              <a:rPr lang="fr-BE" smtClean="0"/>
              <a:t>43</a:t>
            </a:fld>
            <a:endParaRPr lang="fr-BE"/>
          </a:p>
        </p:txBody>
      </p:sp>
    </p:spTree>
    <p:extLst>
      <p:ext uri="{BB962C8B-B14F-4D97-AF65-F5344CB8AC3E}">
        <p14:creationId xmlns:p14="http://schemas.microsoft.com/office/powerpoint/2010/main" val="414839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818AE81-B98B-4536-81EB-C1452C875158}"/>
              </a:ext>
            </a:extLst>
          </p:cNvPr>
          <p:cNvSpPr>
            <a:spLocks noGrp="1"/>
          </p:cNvSpPr>
          <p:nvPr>
            <p:ph idx="1"/>
          </p:nvPr>
        </p:nvSpPr>
        <p:spPr/>
        <p:txBody>
          <a:bodyPr/>
          <a:lstStyle/>
          <a:p>
            <a:r>
              <a:rPr lang="fr-FR" dirty="0"/>
              <a:t>On va simuler ces services externes</a:t>
            </a:r>
          </a:p>
          <a:p>
            <a:endParaRPr lang="fr-FR" dirty="0"/>
          </a:p>
          <a:p>
            <a:r>
              <a:rPr lang="fr-FR" dirty="0"/>
              <a:t>Python &gt; </a:t>
            </a:r>
            <a:r>
              <a:rPr lang="fr-FR" dirty="0" err="1"/>
              <a:t>Unittest.mock</a:t>
            </a:r>
            <a:endParaRPr lang="fr-FR" dirty="0"/>
          </a:p>
          <a:p>
            <a:endParaRPr lang="fr-FR" dirty="0"/>
          </a:p>
          <a:p>
            <a:r>
              <a:rPr lang="fr-FR" dirty="0"/>
              <a:t>Remplacer une fonction </a:t>
            </a:r>
            <a:r>
              <a:rPr lang="fr-FR" dirty="0" err="1"/>
              <a:t>grace</a:t>
            </a:r>
            <a:r>
              <a:rPr lang="fr-FR" dirty="0"/>
              <a:t> à l’instruction patch</a:t>
            </a:r>
          </a:p>
          <a:p>
            <a:endParaRPr lang="fr-FR" dirty="0"/>
          </a:p>
          <a:p>
            <a:r>
              <a:rPr lang="fr-FR" dirty="0"/>
              <a:t>Créer un objet « factice » pour remplacer une base de données</a:t>
            </a:r>
            <a:endParaRPr lang="fr-BE" dirty="0"/>
          </a:p>
        </p:txBody>
      </p:sp>
      <p:sp>
        <p:nvSpPr>
          <p:cNvPr id="3" name="Titre 2">
            <a:extLst>
              <a:ext uri="{FF2B5EF4-FFF2-40B4-BE49-F238E27FC236}">
                <a16:creationId xmlns:a16="http://schemas.microsoft.com/office/drawing/2014/main" id="{BE7ED3E2-350E-4B68-8E99-DA7B32DBDEAA}"/>
              </a:ext>
            </a:extLst>
          </p:cNvPr>
          <p:cNvSpPr>
            <a:spLocks noGrp="1"/>
          </p:cNvSpPr>
          <p:nvPr>
            <p:ph type="title"/>
          </p:nvPr>
        </p:nvSpPr>
        <p:spPr/>
        <p:txBody>
          <a:bodyPr/>
          <a:lstStyle/>
          <a:p>
            <a:r>
              <a:rPr lang="fr-FR" dirty="0"/>
              <a:t>Le </a:t>
            </a:r>
            <a:r>
              <a:rPr lang="fr-FR" dirty="0" err="1"/>
              <a:t>mock</a:t>
            </a:r>
            <a:endParaRPr lang="fr-BE" dirty="0"/>
          </a:p>
        </p:txBody>
      </p:sp>
      <p:sp>
        <p:nvSpPr>
          <p:cNvPr id="4" name="Espace réservé du numéro de diapositive 3">
            <a:extLst>
              <a:ext uri="{FF2B5EF4-FFF2-40B4-BE49-F238E27FC236}">
                <a16:creationId xmlns:a16="http://schemas.microsoft.com/office/drawing/2014/main" id="{29449070-8010-4360-B0E9-19D998856F10}"/>
              </a:ext>
            </a:extLst>
          </p:cNvPr>
          <p:cNvSpPr>
            <a:spLocks noGrp="1"/>
          </p:cNvSpPr>
          <p:nvPr>
            <p:ph type="sldNum" sz="quarter" idx="10"/>
          </p:nvPr>
        </p:nvSpPr>
        <p:spPr/>
        <p:txBody>
          <a:bodyPr/>
          <a:lstStyle/>
          <a:p>
            <a:fld id="{26DF9506-C750-44C3-8E12-610AD4C8F1FD}" type="slidenum">
              <a:rPr lang="fr-BE" smtClean="0"/>
              <a:t>44</a:t>
            </a:fld>
            <a:endParaRPr lang="fr-BE"/>
          </a:p>
        </p:txBody>
      </p:sp>
    </p:spTree>
    <p:extLst>
      <p:ext uri="{BB962C8B-B14F-4D97-AF65-F5344CB8AC3E}">
        <p14:creationId xmlns:p14="http://schemas.microsoft.com/office/powerpoint/2010/main" val="407529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B317B07-3CA9-428C-AAAE-D9242DDB72D9}"/>
              </a:ext>
            </a:extLst>
          </p:cNvPr>
          <p:cNvSpPr>
            <a:spLocks noGrp="1"/>
          </p:cNvSpPr>
          <p:nvPr>
            <p:ph idx="1"/>
          </p:nvPr>
        </p:nvSpPr>
        <p:spPr/>
        <p:txBody>
          <a:bodyPr/>
          <a:lstStyle/>
          <a:p>
            <a:endParaRPr lang="fr-BE"/>
          </a:p>
        </p:txBody>
      </p:sp>
      <p:sp>
        <p:nvSpPr>
          <p:cNvPr id="3" name="Titre 2">
            <a:extLst>
              <a:ext uri="{FF2B5EF4-FFF2-40B4-BE49-F238E27FC236}">
                <a16:creationId xmlns:a16="http://schemas.microsoft.com/office/drawing/2014/main" id="{25CCF8C9-F209-4139-ADE8-5B881B05A83D}"/>
              </a:ext>
            </a:extLst>
          </p:cNvPr>
          <p:cNvSpPr>
            <a:spLocks noGrp="1"/>
          </p:cNvSpPr>
          <p:nvPr>
            <p:ph type="title"/>
          </p:nvPr>
        </p:nvSpPr>
        <p:spPr/>
        <p:txBody>
          <a:bodyPr/>
          <a:lstStyle/>
          <a:p>
            <a:r>
              <a:rPr lang="fr-FR" dirty="0"/>
              <a:t>Implémentation</a:t>
            </a:r>
            <a:endParaRPr lang="fr-BE" dirty="0"/>
          </a:p>
        </p:txBody>
      </p:sp>
      <p:sp>
        <p:nvSpPr>
          <p:cNvPr id="4" name="Espace réservé du numéro de diapositive 3">
            <a:extLst>
              <a:ext uri="{FF2B5EF4-FFF2-40B4-BE49-F238E27FC236}">
                <a16:creationId xmlns:a16="http://schemas.microsoft.com/office/drawing/2014/main" id="{0E758958-51DA-4D02-9DF5-13A4EA9FF63C}"/>
              </a:ext>
            </a:extLst>
          </p:cNvPr>
          <p:cNvSpPr>
            <a:spLocks noGrp="1"/>
          </p:cNvSpPr>
          <p:nvPr>
            <p:ph type="sldNum" sz="quarter" idx="10"/>
          </p:nvPr>
        </p:nvSpPr>
        <p:spPr/>
        <p:txBody>
          <a:bodyPr/>
          <a:lstStyle/>
          <a:p>
            <a:fld id="{26DF9506-C750-44C3-8E12-610AD4C8F1FD}" type="slidenum">
              <a:rPr lang="fr-BE" smtClean="0"/>
              <a:t>45</a:t>
            </a:fld>
            <a:endParaRPr lang="fr-BE"/>
          </a:p>
        </p:txBody>
      </p:sp>
      <p:pic>
        <p:nvPicPr>
          <p:cNvPr id="6" name="Image 5">
            <a:extLst>
              <a:ext uri="{FF2B5EF4-FFF2-40B4-BE49-F238E27FC236}">
                <a16:creationId xmlns:a16="http://schemas.microsoft.com/office/drawing/2014/main" id="{A33DA8C8-9696-4DE5-9F67-123CF6F434F8}"/>
              </a:ext>
            </a:extLst>
          </p:cNvPr>
          <p:cNvPicPr>
            <a:picLocks noChangeAspect="1"/>
          </p:cNvPicPr>
          <p:nvPr/>
        </p:nvPicPr>
        <p:blipFill>
          <a:blip r:embed="rId2"/>
          <a:stretch>
            <a:fillRect/>
          </a:stretch>
        </p:blipFill>
        <p:spPr>
          <a:xfrm>
            <a:off x="2831005" y="1433177"/>
            <a:ext cx="3515216" cy="1200318"/>
          </a:xfrm>
          <a:prstGeom prst="rect">
            <a:avLst/>
          </a:prstGeom>
        </p:spPr>
      </p:pic>
      <p:pic>
        <p:nvPicPr>
          <p:cNvPr id="8" name="Image 7">
            <a:extLst>
              <a:ext uri="{FF2B5EF4-FFF2-40B4-BE49-F238E27FC236}">
                <a16:creationId xmlns:a16="http://schemas.microsoft.com/office/drawing/2014/main" id="{1AFCBC8C-1895-4514-8AA5-F407AD95445C}"/>
              </a:ext>
            </a:extLst>
          </p:cNvPr>
          <p:cNvPicPr>
            <a:picLocks noChangeAspect="1"/>
          </p:cNvPicPr>
          <p:nvPr/>
        </p:nvPicPr>
        <p:blipFill>
          <a:blip r:embed="rId3"/>
          <a:stretch>
            <a:fillRect/>
          </a:stretch>
        </p:blipFill>
        <p:spPr>
          <a:xfrm>
            <a:off x="1644977" y="3098679"/>
            <a:ext cx="5887272" cy="2619741"/>
          </a:xfrm>
          <a:prstGeom prst="rect">
            <a:avLst/>
          </a:prstGeom>
        </p:spPr>
      </p:pic>
    </p:spTree>
    <p:extLst>
      <p:ext uri="{BB962C8B-B14F-4D97-AF65-F5344CB8AC3E}">
        <p14:creationId xmlns:p14="http://schemas.microsoft.com/office/powerpoint/2010/main" val="292710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616A8819-AB3D-4A13-9A6B-FE7AAD6C2725}"/>
              </a:ext>
            </a:extLst>
          </p:cNvPr>
          <p:cNvPicPr>
            <a:picLocks noGrp="1" noChangeAspect="1"/>
          </p:cNvPicPr>
          <p:nvPr>
            <p:ph idx="1"/>
          </p:nvPr>
        </p:nvPicPr>
        <p:blipFill>
          <a:blip r:embed="rId2"/>
          <a:stretch>
            <a:fillRect/>
          </a:stretch>
        </p:blipFill>
        <p:spPr>
          <a:xfrm>
            <a:off x="2390470" y="1682278"/>
            <a:ext cx="4363059" cy="771633"/>
          </a:xfrm>
        </p:spPr>
      </p:pic>
      <p:sp>
        <p:nvSpPr>
          <p:cNvPr id="3" name="Titre 2">
            <a:extLst>
              <a:ext uri="{FF2B5EF4-FFF2-40B4-BE49-F238E27FC236}">
                <a16:creationId xmlns:a16="http://schemas.microsoft.com/office/drawing/2014/main" id="{C9EF8CBC-BDFF-4D8F-A083-071BCEDC0579}"/>
              </a:ext>
            </a:extLst>
          </p:cNvPr>
          <p:cNvSpPr>
            <a:spLocks noGrp="1"/>
          </p:cNvSpPr>
          <p:nvPr>
            <p:ph type="title"/>
          </p:nvPr>
        </p:nvSpPr>
        <p:spPr/>
        <p:txBody>
          <a:bodyPr/>
          <a:lstStyle/>
          <a:p>
            <a:r>
              <a:rPr lang="fr-FR" dirty="0"/>
              <a:t>Implémentation</a:t>
            </a:r>
            <a:endParaRPr lang="fr-BE" dirty="0"/>
          </a:p>
        </p:txBody>
      </p:sp>
      <p:sp>
        <p:nvSpPr>
          <p:cNvPr id="4" name="Espace réservé du numéro de diapositive 3">
            <a:extLst>
              <a:ext uri="{FF2B5EF4-FFF2-40B4-BE49-F238E27FC236}">
                <a16:creationId xmlns:a16="http://schemas.microsoft.com/office/drawing/2014/main" id="{9395B363-D2F4-4945-BF80-DEEB95801421}"/>
              </a:ext>
            </a:extLst>
          </p:cNvPr>
          <p:cNvSpPr>
            <a:spLocks noGrp="1"/>
          </p:cNvSpPr>
          <p:nvPr>
            <p:ph type="sldNum" sz="quarter" idx="10"/>
          </p:nvPr>
        </p:nvSpPr>
        <p:spPr/>
        <p:txBody>
          <a:bodyPr/>
          <a:lstStyle/>
          <a:p>
            <a:fld id="{26DF9506-C750-44C3-8E12-610AD4C8F1FD}" type="slidenum">
              <a:rPr lang="fr-BE" smtClean="0"/>
              <a:t>46</a:t>
            </a:fld>
            <a:endParaRPr lang="fr-BE"/>
          </a:p>
        </p:txBody>
      </p:sp>
      <p:pic>
        <p:nvPicPr>
          <p:cNvPr id="8" name="Image 7">
            <a:extLst>
              <a:ext uri="{FF2B5EF4-FFF2-40B4-BE49-F238E27FC236}">
                <a16:creationId xmlns:a16="http://schemas.microsoft.com/office/drawing/2014/main" id="{5E3727D5-C459-4FD7-99C5-44BF53E1EE3A}"/>
              </a:ext>
            </a:extLst>
          </p:cNvPr>
          <p:cNvPicPr>
            <a:picLocks noChangeAspect="1"/>
          </p:cNvPicPr>
          <p:nvPr/>
        </p:nvPicPr>
        <p:blipFill>
          <a:blip r:embed="rId3"/>
          <a:stretch>
            <a:fillRect/>
          </a:stretch>
        </p:blipFill>
        <p:spPr>
          <a:xfrm>
            <a:off x="1556915" y="3429000"/>
            <a:ext cx="6030167" cy="1629002"/>
          </a:xfrm>
          <a:prstGeom prst="rect">
            <a:avLst/>
          </a:prstGeom>
        </p:spPr>
      </p:pic>
    </p:spTree>
    <p:extLst>
      <p:ext uri="{BB962C8B-B14F-4D97-AF65-F5344CB8AC3E}">
        <p14:creationId xmlns:p14="http://schemas.microsoft.com/office/powerpoint/2010/main" val="427906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0E496A3-2AAF-4659-B7D1-59EC5AACD828}"/>
              </a:ext>
            </a:extLst>
          </p:cNvPr>
          <p:cNvSpPr>
            <a:spLocks noGrp="1"/>
          </p:cNvSpPr>
          <p:nvPr>
            <p:ph idx="1"/>
          </p:nvPr>
        </p:nvSpPr>
        <p:spPr/>
        <p:txBody>
          <a:bodyPr/>
          <a:lstStyle/>
          <a:p>
            <a:endParaRPr lang="fr-BE"/>
          </a:p>
        </p:txBody>
      </p:sp>
      <p:sp>
        <p:nvSpPr>
          <p:cNvPr id="3" name="Titre 2">
            <a:extLst>
              <a:ext uri="{FF2B5EF4-FFF2-40B4-BE49-F238E27FC236}">
                <a16:creationId xmlns:a16="http://schemas.microsoft.com/office/drawing/2014/main" id="{BEE5DA0B-2C12-4C65-B128-3DE621F53D5A}"/>
              </a:ext>
            </a:extLst>
          </p:cNvPr>
          <p:cNvSpPr>
            <a:spLocks noGrp="1"/>
          </p:cNvSpPr>
          <p:nvPr>
            <p:ph type="title"/>
          </p:nvPr>
        </p:nvSpPr>
        <p:spPr/>
        <p:txBody>
          <a:bodyPr/>
          <a:lstStyle/>
          <a:p>
            <a:endParaRPr lang="fr-BE"/>
          </a:p>
        </p:txBody>
      </p:sp>
      <p:sp>
        <p:nvSpPr>
          <p:cNvPr id="4" name="Espace réservé du numéro de diapositive 3">
            <a:extLst>
              <a:ext uri="{FF2B5EF4-FFF2-40B4-BE49-F238E27FC236}">
                <a16:creationId xmlns:a16="http://schemas.microsoft.com/office/drawing/2014/main" id="{E949D53C-4840-4F34-BB49-1247A623F8A2}"/>
              </a:ext>
            </a:extLst>
          </p:cNvPr>
          <p:cNvSpPr>
            <a:spLocks noGrp="1"/>
          </p:cNvSpPr>
          <p:nvPr>
            <p:ph type="sldNum" sz="quarter" idx="10"/>
          </p:nvPr>
        </p:nvSpPr>
        <p:spPr/>
        <p:txBody>
          <a:bodyPr/>
          <a:lstStyle/>
          <a:p>
            <a:fld id="{26DF9506-C750-44C3-8E12-610AD4C8F1FD}" type="slidenum">
              <a:rPr lang="fr-BE" smtClean="0"/>
              <a:t>47</a:t>
            </a:fld>
            <a:endParaRPr lang="fr-BE"/>
          </a:p>
        </p:txBody>
      </p:sp>
    </p:spTree>
    <p:extLst>
      <p:ext uri="{BB962C8B-B14F-4D97-AF65-F5344CB8AC3E}">
        <p14:creationId xmlns:p14="http://schemas.microsoft.com/office/powerpoint/2010/main" val="31074316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C9A95DA-3504-4A91-9A6B-E2E0AE836282}"/>
              </a:ext>
            </a:extLst>
          </p:cNvPr>
          <p:cNvSpPr>
            <a:spLocks noGrp="1"/>
          </p:cNvSpPr>
          <p:nvPr>
            <p:ph idx="1"/>
          </p:nvPr>
        </p:nvSpPr>
        <p:spPr>
          <a:xfrm>
            <a:off x="318977" y="1339516"/>
            <a:ext cx="8539273" cy="4635257"/>
          </a:xfrm>
        </p:spPr>
        <p:txBody>
          <a:bodyPr/>
          <a:lstStyle/>
          <a:p>
            <a:r>
              <a:rPr lang="fr-FR" dirty="0"/>
              <a:t>Même si on parle de tests unitaires, faites également des tests de composants.</a:t>
            </a:r>
          </a:p>
          <a:p>
            <a:endParaRPr lang="fr-FR" dirty="0"/>
          </a:p>
          <a:p>
            <a:r>
              <a:rPr lang="fr-FR" dirty="0"/>
              <a:t>Lors des tests d’intégration, tester la liaison entre les éléments.</a:t>
            </a:r>
          </a:p>
          <a:p>
            <a:endParaRPr lang="fr-FR" dirty="0"/>
          </a:p>
          <a:p>
            <a:r>
              <a:rPr lang="fr-BE" dirty="0"/>
              <a:t>Réalisez des tests de contrats.</a:t>
            </a:r>
          </a:p>
          <a:p>
            <a:endParaRPr lang="fr-BE" dirty="0"/>
          </a:p>
          <a:p>
            <a:r>
              <a:rPr lang="fr-BE" dirty="0"/>
              <a:t>Nommez vos tests le plus explicitement possible.</a:t>
            </a:r>
          </a:p>
          <a:p>
            <a:endParaRPr lang="fr-BE" dirty="0"/>
          </a:p>
          <a:p>
            <a:r>
              <a:rPr lang="fr-BE" dirty="0"/>
              <a:t>Si nécessaire, implémentez des data </a:t>
            </a:r>
            <a:r>
              <a:rPr lang="fr-BE" dirty="0" err="1"/>
              <a:t>builders</a:t>
            </a:r>
            <a:r>
              <a:rPr lang="fr-BE" dirty="0"/>
              <a:t>.</a:t>
            </a:r>
          </a:p>
          <a:p>
            <a:endParaRPr lang="fr-BE" dirty="0"/>
          </a:p>
        </p:txBody>
      </p:sp>
      <p:sp>
        <p:nvSpPr>
          <p:cNvPr id="3" name="Titre 2">
            <a:extLst>
              <a:ext uri="{FF2B5EF4-FFF2-40B4-BE49-F238E27FC236}">
                <a16:creationId xmlns:a16="http://schemas.microsoft.com/office/drawing/2014/main" id="{9AFC901C-BAF5-48B9-96B3-C7A9CB8EE2B5}"/>
              </a:ext>
            </a:extLst>
          </p:cNvPr>
          <p:cNvSpPr>
            <a:spLocks noGrp="1"/>
          </p:cNvSpPr>
          <p:nvPr>
            <p:ph type="title"/>
          </p:nvPr>
        </p:nvSpPr>
        <p:spPr/>
        <p:txBody>
          <a:bodyPr/>
          <a:lstStyle/>
          <a:p>
            <a:r>
              <a:rPr lang="fr-FR" dirty="0"/>
              <a:t>Bonnes pratiques</a:t>
            </a:r>
            <a:endParaRPr lang="fr-BE" dirty="0"/>
          </a:p>
        </p:txBody>
      </p:sp>
      <p:sp>
        <p:nvSpPr>
          <p:cNvPr id="4" name="Espace réservé du numéro de diapositive 3">
            <a:extLst>
              <a:ext uri="{FF2B5EF4-FFF2-40B4-BE49-F238E27FC236}">
                <a16:creationId xmlns:a16="http://schemas.microsoft.com/office/drawing/2014/main" id="{A56D9AF8-2558-45B8-B158-D4FB216661BC}"/>
              </a:ext>
            </a:extLst>
          </p:cNvPr>
          <p:cNvSpPr>
            <a:spLocks noGrp="1"/>
          </p:cNvSpPr>
          <p:nvPr>
            <p:ph type="sldNum" sz="quarter" idx="10"/>
          </p:nvPr>
        </p:nvSpPr>
        <p:spPr/>
        <p:txBody>
          <a:bodyPr/>
          <a:lstStyle/>
          <a:p>
            <a:fld id="{26DF9506-C750-44C3-8E12-610AD4C8F1FD}" type="slidenum">
              <a:rPr lang="fr-BE" smtClean="0"/>
              <a:t>48</a:t>
            </a:fld>
            <a:endParaRPr lang="fr-BE"/>
          </a:p>
        </p:txBody>
      </p:sp>
    </p:spTree>
    <p:extLst>
      <p:ext uri="{BB962C8B-B14F-4D97-AF65-F5344CB8AC3E}">
        <p14:creationId xmlns:p14="http://schemas.microsoft.com/office/powerpoint/2010/main" val="464794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54BBB6DE-EA57-4111-82DE-CE9933EE3200}"/>
              </a:ext>
            </a:extLst>
          </p:cNvPr>
          <p:cNvSpPr>
            <a:spLocks noGrp="1"/>
          </p:cNvSpPr>
          <p:nvPr>
            <p:ph idx="1"/>
          </p:nvPr>
        </p:nvSpPr>
        <p:spPr/>
        <p:txBody>
          <a:bodyPr/>
          <a:lstStyle/>
          <a:p>
            <a:r>
              <a:rPr lang="fr-BE" dirty="0">
                <a:hlinkClick r:id="rId2"/>
              </a:rPr>
              <a:t>https://testdesiderata.com/</a:t>
            </a:r>
            <a:endParaRPr lang="fr-BE" dirty="0"/>
          </a:p>
          <a:p>
            <a:endParaRPr lang="fr-BE" dirty="0"/>
          </a:p>
          <a:p>
            <a:r>
              <a:rPr lang="fr-BE" dirty="0">
                <a:hlinkClick r:id="rId3"/>
              </a:rPr>
              <a:t>http://natpryce.com/articles/000714.html</a:t>
            </a:r>
            <a:endParaRPr lang="fr-BE" dirty="0"/>
          </a:p>
          <a:p>
            <a:endParaRPr lang="fr-BE" dirty="0"/>
          </a:p>
          <a:p>
            <a:r>
              <a:rPr lang="fr-BE" dirty="0">
                <a:hlinkClick r:id="rId4"/>
              </a:rPr>
              <a:t>https://martinfowler.com/articles/microservice-testing/</a:t>
            </a:r>
            <a:endParaRPr lang="fr-BE" dirty="0"/>
          </a:p>
          <a:p>
            <a:endParaRPr lang="fr-BE" dirty="0"/>
          </a:p>
          <a:p>
            <a:r>
              <a:rPr lang="fr-BE" dirty="0"/>
              <a:t>https://github.com/thomasthiry/PartsUnlimited.HRCost</a:t>
            </a:r>
          </a:p>
          <a:p>
            <a:endParaRPr lang="fr-BE" dirty="0"/>
          </a:p>
        </p:txBody>
      </p:sp>
      <p:sp>
        <p:nvSpPr>
          <p:cNvPr id="3" name="Titre 2">
            <a:extLst>
              <a:ext uri="{FF2B5EF4-FFF2-40B4-BE49-F238E27FC236}">
                <a16:creationId xmlns:a16="http://schemas.microsoft.com/office/drawing/2014/main" id="{05AF17D8-EF34-4C4C-B7B2-8980C8F29D3F}"/>
              </a:ext>
            </a:extLst>
          </p:cNvPr>
          <p:cNvSpPr>
            <a:spLocks noGrp="1"/>
          </p:cNvSpPr>
          <p:nvPr>
            <p:ph type="title"/>
          </p:nvPr>
        </p:nvSpPr>
        <p:spPr/>
        <p:txBody>
          <a:bodyPr/>
          <a:lstStyle/>
          <a:p>
            <a:r>
              <a:rPr lang="fr-FR" dirty="0"/>
              <a:t>Ressources</a:t>
            </a:r>
            <a:endParaRPr lang="fr-BE" dirty="0"/>
          </a:p>
        </p:txBody>
      </p:sp>
      <p:sp>
        <p:nvSpPr>
          <p:cNvPr id="4" name="Espace réservé du numéro de diapositive 3">
            <a:extLst>
              <a:ext uri="{FF2B5EF4-FFF2-40B4-BE49-F238E27FC236}">
                <a16:creationId xmlns:a16="http://schemas.microsoft.com/office/drawing/2014/main" id="{0CF15740-2162-4932-995E-C46E4CD973E0}"/>
              </a:ext>
            </a:extLst>
          </p:cNvPr>
          <p:cNvSpPr>
            <a:spLocks noGrp="1"/>
          </p:cNvSpPr>
          <p:nvPr>
            <p:ph type="sldNum" sz="quarter" idx="10"/>
          </p:nvPr>
        </p:nvSpPr>
        <p:spPr/>
        <p:txBody>
          <a:bodyPr/>
          <a:lstStyle/>
          <a:p>
            <a:fld id="{26DF9506-C750-44C3-8E12-610AD4C8F1FD}" type="slidenum">
              <a:rPr lang="fr-BE" smtClean="0"/>
              <a:t>49</a:t>
            </a:fld>
            <a:endParaRPr lang="fr-BE"/>
          </a:p>
        </p:txBody>
      </p:sp>
    </p:spTree>
    <p:extLst>
      <p:ext uri="{BB962C8B-B14F-4D97-AF65-F5344CB8AC3E}">
        <p14:creationId xmlns:p14="http://schemas.microsoft.com/office/powerpoint/2010/main" val="421918211"/>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ersonnalisé 1">
      <a:majorFont>
        <a:latin typeface="Roboto"/>
        <a:ea typeface=""/>
        <a:cs typeface=""/>
      </a:majorFont>
      <a:minorFont>
        <a:latin typeface="Roboto"/>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le-de-presentation-HEHbe--Sciences-et-technologies--2020" id="{A498BD53-F83B-4021-AAB3-AA6C29EFDC9D}" vid="{7280D352-7A7E-41A1-9B4F-543AFC5CCCBC}"/>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3605D82930E3E4782C392B041258666" ma:contentTypeVersion="4" ma:contentTypeDescription="Create a new document." ma:contentTypeScope="" ma:versionID="b66a6db8c179021344060f3be06698cf">
  <xsd:schema xmlns:xsd="http://www.w3.org/2001/XMLSchema" xmlns:xs="http://www.w3.org/2001/XMLSchema" xmlns:p="http://schemas.microsoft.com/office/2006/metadata/properties" xmlns:ns2="bdcbde4d-eb7a-4b5c-86be-bb7e1eb40e00" targetNamespace="http://schemas.microsoft.com/office/2006/metadata/properties" ma:root="true" ma:fieldsID="87f7e0afa252e6e04f2e0bed68e5050f" ns2:_="">
    <xsd:import namespace="bdcbde4d-eb7a-4b5c-86be-bb7e1eb40e0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cbde4d-eb7a-4b5c-86be-bb7e1eb40e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F015B7-7692-44E8-AEB5-769B323927FA}">
  <ds:schemaRefs>
    <ds:schemaRef ds:uri="http://schemas.microsoft.com/sharepoint/v3/contenttype/forms"/>
  </ds:schemaRefs>
</ds:datastoreItem>
</file>

<file path=customXml/itemProps2.xml><?xml version="1.0" encoding="utf-8"?>
<ds:datastoreItem xmlns:ds="http://schemas.openxmlformats.org/officeDocument/2006/customXml" ds:itemID="{D3C99F03-2B53-4004-9844-0D2E9D67D09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5A8845C5-1878-4DA4-A489-6E233E6B881E}"/>
</file>

<file path=docProps/app.xml><?xml version="1.0" encoding="utf-8"?>
<Properties xmlns="http://schemas.openxmlformats.org/officeDocument/2006/extended-properties" xmlns:vt="http://schemas.openxmlformats.org/officeDocument/2006/docPropsVTypes">
  <Template/>
  <TotalTime>12425</TotalTime>
  <Words>1887</Words>
  <Application>Microsoft Office PowerPoint</Application>
  <PresentationFormat>On-screen Show (4:3)</PresentationFormat>
  <Paragraphs>295</Paragraphs>
  <Slides>49</Slides>
  <Notes>12</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Thème Office</vt:lpstr>
      <vt:lpstr>Préparation GDP</vt:lpstr>
      <vt:lpstr>La POO</vt:lpstr>
      <vt:lpstr>Les classes</vt:lpstr>
      <vt:lpstr>PowerPoint Presentation</vt:lpstr>
      <vt:lpstr>Association </vt:lpstr>
      <vt:lpstr>Exemple </vt:lpstr>
      <vt:lpstr>Agrégation </vt:lpstr>
      <vt:lpstr>PowerPoint Presentation</vt:lpstr>
      <vt:lpstr>Composition </vt:lpstr>
      <vt:lpstr>PowerPoint Presentation</vt:lpstr>
      <vt:lpstr>Résumé </vt:lpstr>
      <vt:lpstr>Les classes</vt:lpstr>
      <vt:lpstr>Les classes</vt:lpstr>
      <vt:lpstr>L’encapsulation</vt:lpstr>
      <vt:lpstr>L’héritage</vt:lpstr>
      <vt:lpstr>PowerPoint Presentation</vt:lpstr>
      <vt:lpstr>PowerPoint Presentation</vt:lpstr>
      <vt:lpstr>PowerPoint Presentation</vt:lpstr>
      <vt:lpstr>PowerPoint Presentation</vt:lpstr>
      <vt:lpstr>Classe abstraite</vt:lpstr>
      <vt:lpstr>PowerPoint Presentation</vt:lpstr>
      <vt:lpstr>Interface</vt:lpstr>
      <vt:lpstr>PowerPoint Presentation</vt:lpstr>
      <vt:lpstr>Les threads</vt:lpstr>
      <vt:lpstr>Les bases</vt:lpstr>
      <vt:lpstr>Les threads</vt:lpstr>
      <vt:lpstr>Partage des ressources</vt:lpstr>
      <vt:lpstr>Partage des ressources</vt:lpstr>
      <vt:lpstr>Partage des ressources</vt:lpstr>
      <vt:lpstr>Implémentation</vt:lpstr>
      <vt:lpstr>Implémentation</vt:lpstr>
      <vt:lpstr>Implémentation</vt:lpstr>
      <vt:lpstr>Implémentation</vt:lpstr>
      <vt:lpstr>Autres méthodes</vt:lpstr>
      <vt:lpstr>Concurrent.futures</vt:lpstr>
      <vt:lpstr>Les tests</vt:lpstr>
      <vt:lpstr>PowerPoint Presentation</vt:lpstr>
      <vt:lpstr>PowerPoint Presentation</vt:lpstr>
      <vt:lpstr>Les types de tests</vt:lpstr>
      <vt:lpstr>Exécuteur de tests</vt:lpstr>
      <vt:lpstr>Test &amp; Mock</vt:lpstr>
      <vt:lpstr>Exemple unittest</vt:lpstr>
      <vt:lpstr>Le mock</vt:lpstr>
      <vt:lpstr>Le mock</vt:lpstr>
      <vt:lpstr>Implémentation</vt:lpstr>
      <vt:lpstr>Implémentation</vt:lpstr>
      <vt:lpstr>PowerPoint Presentation</vt:lpstr>
      <vt:lpstr>Bonnes pratiques</vt:lpstr>
      <vt:lpstr>Ressources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 de la présentation</dc:title>
  <dc:creator>DEPRETER Johan</dc:creator>
  <cp:lastModifiedBy>DEPRETER Johan</cp:lastModifiedBy>
  <cp:revision>74</cp:revision>
  <dcterms:created xsi:type="dcterms:W3CDTF">2022-01-27T22:00:53Z</dcterms:created>
  <dcterms:modified xsi:type="dcterms:W3CDTF">2025-03-28T07:47:41Z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0x01010093605D82930E3E4782C392B041258666</vt:lpwstr>
  </property>
</Properties>
</file>